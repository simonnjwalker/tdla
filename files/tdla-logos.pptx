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1268075" cy="5003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6968"/>
    <a:srgbClr val="ACC9DC"/>
    <a:srgbClr val="F9FBFC"/>
    <a:srgbClr val="073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362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510" y="818909"/>
            <a:ext cx="8451056" cy="1742064"/>
          </a:xfrm>
        </p:spPr>
        <p:txBody>
          <a:bodyPr anchor="b"/>
          <a:lstStyle>
            <a:lvl1pPr algn="ctr">
              <a:defRPr sz="43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8510" y="2628154"/>
            <a:ext cx="8451056" cy="1208093"/>
          </a:xfrm>
        </p:spPr>
        <p:txBody>
          <a:bodyPr/>
          <a:lstStyle>
            <a:lvl1pPr marL="0" indent="0" algn="ctr">
              <a:buNone/>
              <a:defRPr sz="1751"/>
            </a:lvl1pPr>
            <a:lvl2pPr marL="333573" indent="0" algn="ctr">
              <a:buNone/>
              <a:defRPr sz="1459"/>
            </a:lvl2pPr>
            <a:lvl3pPr marL="667146" indent="0" algn="ctr">
              <a:buNone/>
              <a:defRPr sz="1313"/>
            </a:lvl3pPr>
            <a:lvl4pPr marL="1000719" indent="0" algn="ctr">
              <a:buNone/>
              <a:defRPr sz="1167"/>
            </a:lvl4pPr>
            <a:lvl5pPr marL="1334292" indent="0" algn="ctr">
              <a:buNone/>
              <a:defRPr sz="1167"/>
            </a:lvl5pPr>
            <a:lvl6pPr marL="1667866" indent="0" algn="ctr">
              <a:buNone/>
              <a:defRPr sz="1167"/>
            </a:lvl6pPr>
            <a:lvl7pPr marL="2001439" indent="0" algn="ctr">
              <a:buNone/>
              <a:defRPr sz="1167"/>
            </a:lvl7pPr>
            <a:lvl8pPr marL="2335012" indent="0" algn="ctr">
              <a:buNone/>
              <a:defRPr sz="1167"/>
            </a:lvl8pPr>
            <a:lvl9pPr marL="2668585" indent="0" algn="ctr">
              <a:buNone/>
              <a:defRPr sz="11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F9DC-A999-4017-9793-1FBD2C891773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134EB-F585-4B6B-BB5D-D24D001F45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6666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F9DC-A999-4017-9793-1FBD2C891773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134EB-F585-4B6B-BB5D-D24D001F45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5022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811" y="1247476"/>
            <a:ext cx="9718715" cy="2081441"/>
          </a:xfrm>
        </p:spPr>
        <p:txBody>
          <a:bodyPr anchor="b"/>
          <a:lstStyle>
            <a:lvl1pPr>
              <a:defRPr sz="43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811" y="3348608"/>
            <a:ext cx="9718715" cy="1094581"/>
          </a:xfrm>
        </p:spPr>
        <p:txBody>
          <a:bodyPr/>
          <a:lstStyle>
            <a:lvl1pPr marL="0" indent="0">
              <a:buNone/>
              <a:defRPr sz="1751">
                <a:solidFill>
                  <a:schemeClr val="tx1">
                    <a:tint val="82000"/>
                  </a:schemeClr>
                </a:solidFill>
              </a:defRPr>
            </a:lvl1pPr>
            <a:lvl2pPr marL="333573" indent="0">
              <a:buNone/>
              <a:defRPr sz="1459">
                <a:solidFill>
                  <a:schemeClr val="tx1">
                    <a:tint val="82000"/>
                  </a:schemeClr>
                </a:solidFill>
              </a:defRPr>
            </a:lvl2pPr>
            <a:lvl3pPr marL="667146" indent="0">
              <a:buNone/>
              <a:defRPr sz="1313">
                <a:solidFill>
                  <a:schemeClr val="tx1">
                    <a:tint val="82000"/>
                  </a:schemeClr>
                </a:solidFill>
              </a:defRPr>
            </a:lvl3pPr>
            <a:lvl4pPr marL="1000719" indent="0">
              <a:buNone/>
              <a:defRPr sz="1167">
                <a:solidFill>
                  <a:schemeClr val="tx1">
                    <a:tint val="82000"/>
                  </a:schemeClr>
                </a:solidFill>
              </a:defRPr>
            </a:lvl4pPr>
            <a:lvl5pPr marL="1334292" indent="0">
              <a:buNone/>
              <a:defRPr sz="1167">
                <a:solidFill>
                  <a:schemeClr val="tx1">
                    <a:tint val="82000"/>
                  </a:schemeClr>
                </a:solidFill>
              </a:defRPr>
            </a:lvl5pPr>
            <a:lvl6pPr marL="1667866" indent="0">
              <a:buNone/>
              <a:defRPr sz="1167">
                <a:solidFill>
                  <a:schemeClr val="tx1">
                    <a:tint val="82000"/>
                  </a:schemeClr>
                </a:solidFill>
              </a:defRPr>
            </a:lvl6pPr>
            <a:lvl7pPr marL="2001439" indent="0">
              <a:buNone/>
              <a:defRPr sz="1167">
                <a:solidFill>
                  <a:schemeClr val="tx1">
                    <a:tint val="82000"/>
                  </a:schemeClr>
                </a:solidFill>
              </a:defRPr>
            </a:lvl7pPr>
            <a:lvl8pPr marL="2335012" indent="0">
              <a:buNone/>
              <a:defRPr sz="1167">
                <a:solidFill>
                  <a:schemeClr val="tx1">
                    <a:tint val="82000"/>
                  </a:schemeClr>
                </a:solidFill>
              </a:defRPr>
            </a:lvl8pPr>
            <a:lvl9pPr marL="2668585" indent="0">
              <a:buNone/>
              <a:defRPr sz="11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F9DC-A999-4017-9793-1FBD2C891773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134EB-F585-4B6B-BB5D-D24D001F45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083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4680" y="1332030"/>
            <a:ext cx="4788932" cy="3174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4463" y="1332030"/>
            <a:ext cx="4788932" cy="3174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F9DC-A999-4017-9793-1FBD2C891773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134EB-F585-4B6B-BB5D-D24D001F45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433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148" y="266406"/>
            <a:ext cx="9718715" cy="9671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6149" y="1226626"/>
            <a:ext cx="4766923" cy="601151"/>
          </a:xfrm>
        </p:spPr>
        <p:txBody>
          <a:bodyPr anchor="b"/>
          <a:lstStyle>
            <a:lvl1pPr marL="0" indent="0">
              <a:buNone/>
              <a:defRPr sz="1751" b="1"/>
            </a:lvl1pPr>
            <a:lvl2pPr marL="333573" indent="0">
              <a:buNone/>
              <a:defRPr sz="1459" b="1"/>
            </a:lvl2pPr>
            <a:lvl3pPr marL="667146" indent="0">
              <a:buNone/>
              <a:defRPr sz="1313" b="1"/>
            </a:lvl3pPr>
            <a:lvl4pPr marL="1000719" indent="0">
              <a:buNone/>
              <a:defRPr sz="1167" b="1"/>
            </a:lvl4pPr>
            <a:lvl5pPr marL="1334292" indent="0">
              <a:buNone/>
              <a:defRPr sz="1167" b="1"/>
            </a:lvl5pPr>
            <a:lvl6pPr marL="1667866" indent="0">
              <a:buNone/>
              <a:defRPr sz="1167" b="1"/>
            </a:lvl6pPr>
            <a:lvl7pPr marL="2001439" indent="0">
              <a:buNone/>
              <a:defRPr sz="1167" b="1"/>
            </a:lvl7pPr>
            <a:lvl8pPr marL="2335012" indent="0">
              <a:buNone/>
              <a:defRPr sz="1167" b="1"/>
            </a:lvl8pPr>
            <a:lvl9pPr marL="2668585" indent="0">
              <a:buNone/>
              <a:defRPr sz="11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6149" y="1827777"/>
            <a:ext cx="4766923" cy="2688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4463" y="1226626"/>
            <a:ext cx="4790400" cy="601151"/>
          </a:xfrm>
        </p:spPr>
        <p:txBody>
          <a:bodyPr anchor="b"/>
          <a:lstStyle>
            <a:lvl1pPr marL="0" indent="0">
              <a:buNone/>
              <a:defRPr sz="1751" b="1"/>
            </a:lvl1pPr>
            <a:lvl2pPr marL="333573" indent="0">
              <a:buNone/>
              <a:defRPr sz="1459" b="1"/>
            </a:lvl2pPr>
            <a:lvl3pPr marL="667146" indent="0">
              <a:buNone/>
              <a:defRPr sz="1313" b="1"/>
            </a:lvl3pPr>
            <a:lvl4pPr marL="1000719" indent="0">
              <a:buNone/>
              <a:defRPr sz="1167" b="1"/>
            </a:lvl4pPr>
            <a:lvl5pPr marL="1334292" indent="0">
              <a:buNone/>
              <a:defRPr sz="1167" b="1"/>
            </a:lvl5pPr>
            <a:lvl6pPr marL="1667866" indent="0">
              <a:buNone/>
              <a:defRPr sz="1167" b="1"/>
            </a:lvl6pPr>
            <a:lvl7pPr marL="2001439" indent="0">
              <a:buNone/>
              <a:defRPr sz="1167" b="1"/>
            </a:lvl7pPr>
            <a:lvl8pPr marL="2335012" indent="0">
              <a:buNone/>
              <a:defRPr sz="1167" b="1"/>
            </a:lvl8pPr>
            <a:lvl9pPr marL="2668585" indent="0">
              <a:buNone/>
              <a:defRPr sz="11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4463" y="1827777"/>
            <a:ext cx="4790400" cy="2688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F9DC-A999-4017-9793-1FBD2C891773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134EB-F585-4B6B-BB5D-D24D001F45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6038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F9DC-A999-4017-9793-1FBD2C891773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134EB-F585-4B6B-BB5D-D24D001F45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047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F9DC-A999-4017-9793-1FBD2C891773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134EB-F585-4B6B-BB5D-D24D001F45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700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148" y="333587"/>
            <a:ext cx="3634247" cy="1167553"/>
          </a:xfrm>
        </p:spPr>
        <p:txBody>
          <a:bodyPr anchor="b"/>
          <a:lstStyle>
            <a:lvl1pPr>
              <a:defRPr sz="23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0400" y="720455"/>
            <a:ext cx="5704463" cy="3555941"/>
          </a:xfrm>
        </p:spPr>
        <p:txBody>
          <a:bodyPr/>
          <a:lstStyle>
            <a:lvl1pPr>
              <a:defRPr sz="2335"/>
            </a:lvl1pPr>
            <a:lvl2pPr>
              <a:defRPr sz="2043"/>
            </a:lvl2pPr>
            <a:lvl3pPr>
              <a:defRPr sz="1751"/>
            </a:lvl3pPr>
            <a:lvl4pPr>
              <a:defRPr sz="1459"/>
            </a:lvl4pPr>
            <a:lvl5pPr>
              <a:defRPr sz="1459"/>
            </a:lvl5pPr>
            <a:lvl6pPr>
              <a:defRPr sz="1459"/>
            </a:lvl6pPr>
            <a:lvl7pPr>
              <a:defRPr sz="1459"/>
            </a:lvl7pPr>
            <a:lvl8pPr>
              <a:defRPr sz="1459"/>
            </a:lvl8pPr>
            <a:lvl9pPr>
              <a:defRPr sz="145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6148" y="1501140"/>
            <a:ext cx="3634247" cy="2781048"/>
          </a:xfrm>
        </p:spPr>
        <p:txBody>
          <a:bodyPr/>
          <a:lstStyle>
            <a:lvl1pPr marL="0" indent="0">
              <a:buNone/>
              <a:defRPr sz="1167"/>
            </a:lvl1pPr>
            <a:lvl2pPr marL="333573" indent="0">
              <a:buNone/>
              <a:defRPr sz="1021"/>
            </a:lvl2pPr>
            <a:lvl3pPr marL="667146" indent="0">
              <a:buNone/>
              <a:defRPr sz="876"/>
            </a:lvl3pPr>
            <a:lvl4pPr marL="1000719" indent="0">
              <a:buNone/>
              <a:defRPr sz="730"/>
            </a:lvl4pPr>
            <a:lvl5pPr marL="1334292" indent="0">
              <a:buNone/>
              <a:defRPr sz="730"/>
            </a:lvl5pPr>
            <a:lvl6pPr marL="1667866" indent="0">
              <a:buNone/>
              <a:defRPr sz="730"/>
            </a:lvl6pPr>
            <a:lvl7pPr marL="2001439" indent="0">
              <a:buNone/>
              <a:defRPr sz="730"/>
            </a:lvl7pPr>
            <a:lvl8pPr marL="2335012" indent="0">
              <a:buNone/>
              <a:defRPr sz="730"/>
            </a:lvl8pPr>
            <a:lvl9pPr marL="2668585" indent="0">
              <a:buNone/>
              <a:defRPr sz="7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F9DC-A999-4017-9793-1FBD2C891773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134EB-F585-4B6B-BB5D-D24D001F45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497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148" y="333587"/>
            <a:ext cx="3634247" cy="1167553"/>
          </a:xfrm>
        </p:spPr>
        <p:txBody>
          <a:bodyPr anchor="b"/>
          <a:lstStyle>
            <a:lvl1pPr>
              <a:defRPr sz="23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90400" y="720455"/>
            <a:ext cx="5704463" cy="3555941"/>
          </a:xfrm>
        </p:spPr>
        <p:txBody>
          <a:bodyPr anchor="t"/>
          <a:lstStyle>
            <a:lvl1pPr marL="0" indent="0">
              <a:buNone/>
              <a:defRPr sz="2335"/>
            </a:lvl1pPr>
            <a:lvl2pPr marL="333573" indent="0">
              <a:buNone/>
              <a:defRPr sz="2043"/>
            </a:lvl2pPr>
            <a:lvl3pPr marL="667146" indent="0">
              <a:buNone/>
              <a:defRPr sz="1751"/>
            </a:lvl3pPr>
            <a:lvl4pPr marL="1000719" indent="0">
              <a:buNone/>
              <a:defRPr sz="1459"/>
            </a:lvl4pPr>
            <a:lvl5pPr marL="1334292" indent="0">
              <a:buNone/>
              <a:defRPr sz="1459"/>
            </a:lvl5pPr>
            <a:lvl6pPr marL="1667866" indent="0">
              <a:buNone/>
              <a:defRPr sz="1459"/>
            </a:lvl6pPr>
            <a:lvl7pPr marL="2001439" indent="0">
              <a:buNone/>
              <a:defRPr sz="1459"/>
            </a:lvl7pPr>
            <a:lvl8pPr marL="2335012" indent="0">
              <a:buNone/>
              <a:defRPr sz="1459"/>
            </a:lvl8pPr>
            <a:lvl9pPr marL="2668585" indent="0">
              <a:buNone/>
              <a:defRPr sz="145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6148" y="1501140"/>
            <a:ext cx="3634247" cy="2781048"/>
          </a:xfrm>
        </p:spPr>
        <p:txBody>
          <a:bodyPr/>
          <a:lstStyle>
            <a:lvl1pPr marL="0" indent="0">
              <a:buNone/>
              <a:defRPr sz="1167"/>
            </a:lvl1pPr>
            <a:lvl2pPr marL="333573" indent="0">
              <a:buNone/>
              <a:defRPr sz="1021"/>
            </a:lvl2pPr>
            <a:lvl3pPr marL="667146" indent="0">
              <a:buNone/>
              <a:defRPr sz="876"/>
            </a:lvl3pPr>
            <a:lvl4pPr marL="1000719" indent="0">
              <a:buNone/>
              <a:defRPr sz="730"/>
            </a:lvl4pPr>
            <a:lvl5pPr marL="1334292" indent="0">
              <a:buNone/>
              <a:defRPr sz="730"/>
            </a:lvl5pPr>
            <a:lvl6pPr marL="1667866" indent="0">
              <a:buNone/>
              <a:defRPr sz="730"/>
            </a:lvl6pPr>
            <a:lvl7pPr marL="2001439" indent="0">
              <a:buNone/>
              <a:defRPr sz="730"/>
            </a:lvl7pPr>
            <a:lvl8pPr marL="2335012" indent="0">
              <a:buNone/>
              <a:defRPr sz="730"/>
            </a:lvl8pPr>
            <a:lvl9pPr marL="2668585" indent="0">
              <a:buNone/>
              <a:defRPr sz="7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F9DC-A999-4017-9793-1FBD2C891773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134EB-F585-4B6B-BB5D-D24D001F45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534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F9DC-A999-4017-9793-1FBD2C891773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134EB-F585-4B6B-BB5D-D24D001F45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704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63716" y="266406"/>
            <a:ext cx="2429679" cy="42404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680" y="266406"/>
            <a:ext cx="7148185" cy="42404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F9DC-A999-4017-9793-1FBD2C891773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134EB-F585-4B6B-BB5D-D24D001F45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4593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680" y="266406"/>
            <a:ext cx="9718715" cy="967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4680" y="1332030"/>
            <a:ext cx="9718715" cy="3174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4680" y="4637782"/>
            <a:ext cx="2535317" cy="26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26F9DC-A999-4017-9793-1FBD2C891773}" type="datetimeFigureOut">
              <a:rPr lang="en-AU" smtClean="0"/>
              <a:t>3/10/2025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32550" y="4637782"/>
            <a:ext cx="3802975" cy="26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58078" y="4637782"/>
            <a:ext cx="2535317" cy="26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7134EB-F585-4B6B-BB5D-D24D001F45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6228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67146" rtl="0" eaLnBrk="1" latinLnBrk="0" hangingPunct="1">
        <a:lnSpc>
          <a:spcPct val="90000"/>
        </a:lnSpc>
        <a:spcBef>
          <a:spcPct val="0"/>
        </a:spcBef>
        <a:buNone/>
        <a:defRPr sz="32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6787" indent="-166787" algn="l" defTabSz="667146" rtl="0" eaLnBrk="1" latinLnBrk="0" hangingPunct="1">
        <a:lnSpc>
          <a:spcPct val="90000"/>
        </a:lnSpc>
        <a:spcBef>
          <a:spcPts val="730"/>
        </a:spcBef>
        <a:buFont typeface="Arial" panose="020B0604020202020204" pitchFamily="34" charset="0"/>
        <a:buChar char="•"/>
        <a:defRPr sz="2043" kern="1200">
          <a:solidFill>
            <a:schemeClr val="tx1"/>
          </a:solidFill>
          <a:latin typeface="+mn-lt"/>
          <a:ea typeface="+mn-ea"/>
          <a:cs typeface="+mn-cs"/>
        </a:defRPr>
      </a:lvl1pPr>
      <a:lvl2pPr marL="500360" indent="-166787" algn="l" defTabSz="667146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751" kern="1200">
          <a:solidFill>
            <a:schemeClr val="tx1"/>
          </a:solidFill>
          <a:latin typeface="+mn-lt"/>
          <a:ea typeface="+mn-ea"/>
          <a:cs typeface="+mn-cs"/>
        </a:defRPr>
      </a:lvl2pPr>
      <a:lvl3pPr marL="833933" indent="-166787" algn="l" defTabSz="667146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59" kern="1200">
          <a:solidFill>
            <a:schemeClr val="tx1"/>
          </a:solidFill>
          <a:latin typeface="+mn-lt"/>
          <a:ea typeface="+mn-ea"/>
          <a:cs typeface="+mn-cs"/>
        </a:defRPr>
      </a:lvl3pPr>
      <a:lvl4pPr marL="1167506" indent="-166787" algn="l" defTabSz="667146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4pPr>
      <a:lvl5pPr marL="1501079" indent="-166787" algn="l" defTabSz="667146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5pPr>
      <a:lvl6pPr marL="1834652" indent="-166787" algn="l" defTabSz="667146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6pPr>
      <a:lvl7pPr marL="2168225" indent="-166787" algn="l" defTabSz="667146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7pPr>
      <a:lvl8pPr marL="2501798" indent="-166787" algn="l" defTabSz="667146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8pPr>
      <a:lvl9pPr marL="2835372" indent="-166787" algn="l" defTabSz="667146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714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1pPr>
      <a:lvl2pPr marL="333573" algn="l" defTabSz="66714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2pPr>
      <a:lvl3pPr marL="667146" algn="l" defTabSz="66714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3pPr>
      <a:lvl4pPr marL="1000719" algn="l" defTabSz="66714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4pPr>
      <a:lvl5pPr marL="1334292" algn="l" defTabSz="66714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5pPr>
      <a:lvl6pPr marL="1667866" algn="l" defTabSz="66714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6pPr>
      <a:lvl7pPr marL="2001439" algn="l" defTabSz="66714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7pPr>
      <a:lvl8pPr marL="2335012" algn="l" defTabSz="66714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8pPr>
      <a:lvl9pPr marL="2668585" algn="l" defTabSz="667146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0E935-5B4D-9C05-217F-8B1A5F27B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9BB574-5A4A-5EC6-04F6-8E00B519061D}"/>
              </a:ext>
            </a:extLst>
          </p:cNvPr>
          <p:cNvSpPr txBox="1"/>
          <p:nvPr/>
        </p:nvSpPr>
        <p:spPr>
          <a:xfrm>
            <a:off x="-178819" y="2179005"/>
            <a:ext cx="8120046" cy="2655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6600"/>
              </a:lnSpc>
            </a:pPr>
            <a:r>
              <a:rPr lang="en-AU" sz="7200" spc="650" dirty="0">
                <a:latin typeface="Futura-Medium" panose="020B0600000000000000" pitchFamily="34" charset="0"/>
              </a:rPr>
              <a:t>Townsville</a:t>
            </a:r>
          </a:p>
          <a:p>
            <a:pPr algn="r">
              <a:lnSpc>
                <a:spcPts val="6600"/>
              </a:lnSpc>
            </a:pPr>
            <a:r>
              <a:rPr lang="en-AU" sz="7200" spc="650" dirty="0">
                <a:latin typeface="Futura-Medium" panose="020B0600000000000000" pitchFamily="34" charset="0"/>
              </a:rPr>
              <a:t>District Law</a:t>
            </a:r>
          </a:p>
          <a:p>
            <a:pPr algn="r">
              <a:lnSpc>
                <a:spcPts val="6600"/>
              </a:lnSpc>
            </a:pPr>
            <a:r>
              <a:rPr lang="en-AU" sz="7200" spc="650" dirty="0">
                <a:latin typeface="Futura-Medium" panose="020B0600000000000000" pitchFamily="34" charset="0"/>
              </a:rPr>
              <a:t>Association Inc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F0021A91-53D4-904D-858C-D98AA611D575}"/>
              </a:ext>
            </a:extLst>
          </p:cNvPr>
          <p:cNvSpPr/>
          <p:nvPr/>
        </p:nvSpPr>
        <p:spPr>
          <a:xfrm>
            <a:off x="6147454" y="356837"/>
            <a:ext cx="4508639" cy="4671369"/>
          </a:xfrm>
          <a:prstGeom prst="arc">
            <a:avLst>
              <a:gd name="adj1" fmla="val 12259748"/>
              <a:gd name="adj2" fmla="val 91912"/>
            </a:avLst>
          </a:prstGeom>
          <a:noFill/>
          <a:ln w="212725">
            <a:solidFill>
              <a:srgbClr val="073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D1484796-0AD2-E886-4C15-3E56EB274973}"/>
              </a:ext>
            </a:extLst>
          </p:cNvPr>
          <p:cNvSpPr/>
          <p:nvPr/>
        </p:nvSpPr>
        <p:spPr>
          <a:xfrm rot="5400000">
            <a:off x="6273565" y="592698"/>
            <a:ext cx="4456274" cy="4154797"/>
          </a:xfrm>
          <a:prstGeom prst="arc">
            <a:avLst>
              <a:gd name="adj1" fmla="val 16253732"/>
              <a:gd name="adj2" fmla="val 111929"/>
            </a:avLst>
          </a:prstGeom>
          <a:noFill/>
          <a:ln w="57150">
            <a:solidFill>
              <a:srgbClr val="073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747A15C6-1766-8024-FFE3-BEA67119E5FC}"/>
              </a:ext>
            </a:extLst>
          </p:cNvPr>
          <p:cNvSpPr/>
          <p:nvPr/>
        </p:nvSpPr>
        <p:spPr>
          <a:xfrm rot="5400000">
            <a:off x="6942771" y="1197297"/>
            <a:ext cx="3388997" cy="3070860"/>
          </a:xfrm>
          <a:prstGeom prst="arc">
            <a:avLst>
              <a:gd name="adj1" fmla="val 16216013"/>
              <a:gd name="adj2" fmla="val 21114506"/>
            </a:avLst>
          </a:prstGeom>
          <a:noFill/>
          <a:ln w="152400">
            <a:solidFill>
              <a:srgbClr val="ACC9DC"/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B6CE77-75E4-E7A3-82BF-8C2F312118E8}"/>
              </a:ext>
            </a:extLst>
          </p:cNvPr>
          <p:cNvSpPr/>
          <p:nvPr/>
        </p:nvSpPr>
        <p:spPr>
          <a:xfrm>
            <a:off x="8347628" y="321529"/>
            <a:ext cx="167660" cy="4595752"/>
          </a:xfrm>
          <a:custGeom>
            <a:avLst/>
            <a:gdLst>
              <a:gd name="connsiteX0" fmla="*/ 0 w 167660"/>
              <a:gd name="connsiteY0" fmla="*/ 0 h 4593371"/>
              <a:gd name="connsiteX1" fmla="*/ 167660 w 167660"/>
              <a:gd name="connsiteY1" fmla="*/ 0 h 4593371"/>
              <a:gd name="connsiteX2" fmla="*/ 167660 w 167660"/>
              <a:gd name="connsiteY2" fmla="*/ 4593371 h 4593371"/>
              <a:gd name="connsiteX3" fmla="*/ 0 w 167660"/>
              <a:gd name="connsiteY3" fmla="*/ 4593371 h 4593371"/>
              <a:gd name="connsiteX4" fmla="*/ 0 w 167660"/>
              <a:gd name="connsiteY4" fmla="*/ 0 h 4593371"/>
              <a:gd name="connsiteX0" fmla="*/ 0 w 167660"/>
              <a:gd name="connsiteY0" fmla="*/ 0 h 4593371"/>
              <a:gd name="connsiteX1" fmla="*/ 167660 w 167660"/>
              <a:gd name="connsiteY1" fmla="*/ 0 h 4593371"/>
              <a:gd name="connsiteX2" fmla="*/ 167660 w 167660"/>
              <a:gd name="connsiteY2" fmla="*/ 4590990 h 4593371"/>
              <a:gd name="connsiteX3" fmla="*/ 0 w 167660"/>
              <a:gd name="connsiteY3" fmla="*/ 4593371 h 4593371"/>
              <a:gd name="connsiteX4" fmla="*/ 0 w 167660"/>
              <a:gd name="connsiteY4" fmla="*/ 0 h 4593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660" h="4593371">
                <a:moveTo>
                  <a:pt x="0" y="0"/>
                </a:moveTo>
                <a:lnTo>
                  <a:pt x="167660" y="0"/>
                </a:lnTo>
                <a:lnTo>
                  <a:pt x="167660" y="4590990"/>
                </a:lnTo>
                <a:lnTo>
                  <a:pt x="0" y="4593371"/>
                </a:lnTo>
                <a:lnTo>
                  <a:pt x="0" y="0"/>
                </a:lnTo>
                <a:close/>
              </a:path>
            </a:pathLst>
          </a:custGeom>
          <a:solidFill>
            <a:srgbClr val="073A6A"/>
          </a:solidFill>
          <a:ln>
            <a:solidFill>
              <a:srgbClr val="073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6BFDCF-A5F0-203C-C683-2DEE2A9F249C}"/>
              </a:ext>
            </a:extLst>
          </p:cNvPr>
          <p:cNvSpPr/>
          <p:nvPr/>
        </p:nvSpPr>
        <p:spPr>
          <a:xfrm>
            <a:off x="8851675" y="772756"/>
            <a:ext cx="174804" cy="3706375"/>
          </a:xfrm>
          <a:custGeom>
            <a:avLst/>
            <a:gdLst>
              <a:gd name="connsiteX0" fmla="*/ 0 w 167660"/>
              <a:gd name="connsiteY0" fmla="*/ 0 h 3664580"/>
              <a:gd name="connsiteX1" fmla="*/ 167660 w 167660"/>
              <a:gd name="connsiteY1" fmla="*/ 0 h 3664580"/>
              <a:gd name="connsiteX2" fmla="*/ 167660 w 167660"/>
              <a:gd name="connsiteY2" fmla="*/ 3664580 h 3664580"/>
              <a:gd name="connsiteX3" fmla="*/ 0 w 167660"/>
              <a:gd name="connsiteY3" fmla="*/ 3664580 h 3664580"/>
              <a:gd name="connsiteX4" fmla="*/ 0 w 167660"/>
              <a:gd name="connsiteY4" fmla="*/ 0 h 3664580"/>
              <a:gd name="connsiteX0" fmla="*/ 0 w 170041"/>
              <a:gd name="connsiteY0" fmla="*/ 0 h 3664580"/>
              <a:gd name="connsiteX1" fmla="*/ 170041 w 170041"/>
              <a:gd name="connsiteY1" fmla="*/ 38100 h 3664580"/>
              <a:gd name="connsiteX2" fmla="*/ 167660 w 170041"/>
              <a:gd name="connsiteY2" fmla="*/ 3664580 h 3664580"/>
              <a:gd name="connsiteX3" fmla="*/ 0 w 170041"/>
              <a:gd name="connsiteY3" fmla="*/ 3664580 h 3664580"/>
              <a:gd name="connsiteX4" fmla="*/ 0 w 170041"/>
              <a:gd name="connsiteY4" fmla="*/ 0 h 3664580"/>
              <a:gd name="connsiteX0" fmla="*/ 0 w 170041"/>
              <a:gd name="connsiteY0" fmla="*/ 0 h 3664580"/>
              <a:gd name="connsiteX1" fmla="*/ 170041 w 170041"/>
              <a:gd name="connsiteY1" fmla="*/ 38100 h 3664580"/>
              <a:gd name="connsiteX2" fmla="*/ 167660 w 170041"/>
              <a:gd name="connsiteY2" fmla="*/ 3664580 h 3664580"/>
              <a:gd name="connsiteX3" fmla="*/ 0 w 170041"/>
              <a:gd name="connsiteY3" fmla="*/ 3664580 h 3664580"/>
              <a:gd name="connsiteX4" fmla="*/ 0 w 170041"/>
              <a:gd name="connsiteY4" fmla="*/ 0 h 3664580"/>
              <a:gd name="connsiteX0" fmla="*/ 0 w 170041"/>
              <a:gd name="connsiteY0" fmla="*/ 0 h 3664580"/>
              <a:gd name="connsiteX1" fmla="*/ 170041 w 170041"/>
              <a:gd name="connsiteY1" fmla="*/ 38100 h 3664580"/>
              <a:gd name="connsiteX2" fmla="*/ 167660 w 170041"/>
              <a:gd name="connsiteY2" fmla="*/ 3664580 h 3664580"/>
              <a:gd name="connsiteX3" fmla="*/ 0 w 170041"/>
              <a:gd name="connsiteY3" fmla="*/ 3664580 h 3664580"/>
              <a:gd name="connsiteX4" fmla="*/ 0 w 170041"/>
              <a:gd name="connsiteY4" fmla="*/ 0 h 3664580"/>
              <a:gd name="connsiteX0" fmla="*/ 0 w 170041"/>
              <a:gd name="connsiteY0" fmla="*/ 0 h 3664580"/>
              <a:gd name="connsiteX1" fmla="*/ 170041 w 170041"/>
              <a:gd name="connsiteY1" fmla="*/ 38100 h 3664580"/>
              <a:gd name="connsiteX2" fmla="*/ 167660 w 170041"/>
              <a:gd name="connsiteY2" fmla="*/ 3664580 h 3664580"/>
              <a:gd name="connsiteX3" fmla="*/ 0 w 170041"/>
              <a:gd name="connsiteY3" fmla="*/ 3664580 h 3664580"/>
              <a:gd name="connsiteX4" fmla="*/ 0 w 170041"/>
              <a:gd name="connsiteY4" fmla="*/ 0 h 3664580"/>
              <a:gd name="connsiteX0" fmla="*/ 0 w 170041"/>
              <a:gd name="connsiteY0" fmla="*/ 0 h 3700299"/>
              <a:gd name="connsiteX1" fmla="*/ 170041 w 170041"/>
              <a:gd name="connsiteY1" fmla="*/ 73819 h 3700299"/>
              <a:gd name="connsiteX2" fmla="*/ 167660 w 170041"/>
              <a:gd name="connsiteY2" fmla="*/ 3700299 h 3700299"/>
              <a:gd name="connsiteX3" fmla="*/ 0 w 170041"/>
              <a:gd name="connsiteY3" fmla="*/ 3700299 h 3700299"/>
              <a:gd name="connsiteX4" fmla="*/ 0 w 170041"/>
              <a:gd name="connsiteY4" fmla="*/ 0 h 3700299"/>
              <a:gd name="connsiteX0" fmla="*/ 0 w 172422"/>
              <a:gd name="connsiteY0" fmla="*/ 0 h 3700299"/>
              <a:gd name="connsiteX1" fmla="*/ 172422 w 172422"/>
              <a:gd name="connsiteY1" fmla="*/ 59532 h 3700299"/>
              <a:gd name="connsiteX2" fmla="*/ 167660 w 172422"/>
              <a:gd name="connsiteY2" fmla="*/ 3700299 h 3700299"/>
              <a:gd name="connsiteX3" fmla="*/ 0 w 172422"/>
              <a:gd name="connsiteY3" fmla="*/ 3700299 h 3700299"/>
              <a:gd name="connsiteX4" fmla="*/ 0 w 172422"/>
              <a:gd name="connsiteY4" fmla="*/ 0 h 3700299"/>
              <a:gd name="connsiteX0" fmla="*/ 2382 w 174804"/>
              <a:gd name="connsiteY0" fmla="*/ 0 h 3721730"/>
              <a:gd name="connsiteX1" fmla="*/ 174804 w 174804"/>
              <a:gd name="connsiteY1" fmla="*/ 59532 h 3721730"/>
              <a:gd name="connsiteX2" fmla="*/ 170042 w 174804"/>
              <a:gd name="connsiteY2" fmla="*/ 3700299 h 3721730"/>
              <a:gd name="connsiteX3" fmla="*/ 0 w 174804"/>
              <a:gd name="connsiteY3" fmla="*/ 3721730 h 3721730"/>
              <a:gd name="connsiteX4" fmla="*/ 2382 w 174804"/>
              <a:gd name="connsiteY4" fmla="*/ 0 h 3721730"/>
              <a:gd name="connsiteX0" fmla="*/ 2382 w 174804"/>
              <a:gd name="connsiteY0" fmla="*/ 0 h 3721730"/>
              <a:gd name="connsiteX1" fmla="*/ 174804 w 174804"/>
              <a:gd name="connsiteY1" fmla="*/ 59532 h 3721730"/>
              <a:gd name="connsiteX2" fmla="*/ 170042 w 174804"/>
              <a:gd name="connsiteY2" fmla="*/ 3700299 h 3721730"/>
              <a:gd name="connsiteX3" fmla="*/ 0 w 174804"/>
              <a:gd name="connsiteY3" fmla="*/ 3721730 h 3721730"/>
              <a:gd name="connsiteX4" fmla="*/ 2382 w 174804"/>
              <a:gd name="connsiteY4" fmla="*/ 0 h 3721730"/>
              <a:gd name="connsiteX0" fmla="*/ 2382 w 174804"/>
              <a:gd name="connsiteY0" fmla="*/ 0 h 3721730"/>
              <a:gd name="connsiteX1" fmla="*/ 174804 w 174804"/>
              <a:gd name="connsiteY1" fmla="*/ 59532 h 3721730"/>
              <a:gd name="connsiteX2" fmla="*/ 172423 w 174804"/>
              <a:gd name="connsiteY2" fmla="*/ 3686011 h 3721730"/>
              <a:gd name="connsiteX3" fmla="*/ 0 w 174804"/>
              <a:gd name="connsiteY3" fmla="*/ 3721730 h 3721730"/>
              <a:gd name="connsiteX4" fmla="*/ 2382 w 174804"/>
              <a:gd name="connsiteY4" fmla="*/ 0 h 3721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804" h="3721730">
                <a:moveTo>
                  <a:pt x="2382" y="0"/>
                </a:moveTo>
                <a:cubicBezTo>
                  <a:pt x="109069" y="15081"/>
                  <a:pt x="96692" y="27782"/>
                  <a:pt x="174804" y="59532"/>
                </a:cubicBezTo>
                <a:cubicBezTo>
                  <a:pt x="174010" y="1268359"/>
                  <a:pt x="173217" y="2477184"/>
                  <a:pt x="172423" y="3686011"/>
                </a:cubicBezTo>
                <a:cubicBezTo>
                  <a:pt x="115742" y="3693155"/>
                  <a:pt x="85256" y="3716967"/>
                  <a:pt x="0" y="3721730"/>
                </a:cubicBezTo>
                <a:lnTo>
                  <a:pt x="2382" y="0"/>
                </a:lnTo>
                <a:close/>
              </a:path>
            </a:pathLst>
          </a:custGeom>
          <a:solidFill>
            <a:srgbClr val="ACC9DC"/>
          </a:solidFill>
          <a:ln>
            <a:solidFill>
              <a:srgbClr val="ACC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A90500E-269A-27C7-3DB9-57764CEDF6EC}"/>
              </a:ext>
            </a:extLst>
          </p:cNvPr>
          <p:cNvSpPr/>
          <p:nvPr/>
        </p:nvSpPr>
        <p:spPr>
          <a:xfrm>
            <a:off x="9361526" y="936625"/>
            <a:ext cx="811174" cy="1387475"/>
          </a:xfrm>
          <a:custGeom>
            <a:avLst/>
            <a:gdLst>
              <a:gd name="connsiteX0" fmla="*/ 0 w 3946448"/>
              <a:gd name="connsiteY0" fmla="*/ 1973224 h 3946448"/>
              <a:gd name="connsiteX1" fmla="*/ 1973224 w 3946448"/>
              <a:gd name="connsiteY1" fmla="*/ 0 h 3946448"/>
              <a:gd name="connsiteX2" fmla="*/ 3946448 w 3946448"/>
              <a:gd name="connsiteY2" fmla="*/ 1973224 h 3946448"/>
              <a:gd name="connsiteX3" fmla="*/ 1973224 w 3946448"/>
              <a:gd name="connsiteY3" fmla="*/ 3946448 h 3946448"/>
              <a:gd name="connsiteX4" fmla="*/ 0 w 3946448"/>
              <a:gd name="connsiteY4" fmla="*/ 1973224 h 3946448"/>
              <a:gd name="connsiteX0" fmla="*/ 1973224 w 3946448"/>
              <a:gd name="connsiteY0" fmla="*/ 0 h 3946448"/>
              <a:gd name="connsiteX1" fmla="*/ 3946448 w 3946448"/>
              <a:gd name="connsiteY1" fmla="*/ 1973224 h 3946448"/>
              <a:gd name="connsiteX2" fmla="*/ 1973224 w 3946448"/>
              <a:gd name="connsiteY2" fmla="*/ 3946448 h 3946448"/>
              <a:gd name="connsiteX3" fmla="*/ 0 w 3946448"/>
              <a:gd name="connsiteY3" fmla="*/ 1973224 h 3946448"/>
              <a:gd name="connsiteX4" fmla="*/ 2064664 w 3946448"/>
              <a:gd name="connsiteY4" fmla="*/ 91440 h 3946448"/>
              <a:gd name="connsiteX0" fmla="*/ 1974991 w 3948215"/>
              <a:gd name="connsiteY0" fmla="*/ 0 h 3946448"/>
              <a:gd name="connsiteX1" fmla="*/ 3948215 w 3948215"/>
              <a:gd name="connsiteY1" fmla="*/ 1973224 h 3946448"/>
              <a:gd name="connsiteX2" fmla="*/ 1974991 w 3948215"/>
              <a:gd name="connsiteY2" fmla="*/ 3946448 h 3946448"/>
              <a:gd name="connsiteX3" fmla="*/ 1767 w 3948215"/>
              <a:gd name="connsiteY3" fmla="*/ 1973224 h 3946448"/>
              <a:gd name="connsiteX4" fmla="*/ 1742581 w 3948215"/>
              <a:gd name="connsiteY4" fmla="*/ 2225040 h 3946448"/>
              <a:gd name="connsiteX0" fmla="*/ 1973230 w 3946454"/>
              <a:gd name="connsiteY0" fmla="*/ 0 h 3946448"/>
              <a:gd name="connsiteX1" fmla="*/ 3946454 w 3946454"/>
              <a:gd name="connsiteY1" fmla="*/ 1973224 h 3946448"/>
              <a:gd name="connsiteX2" fmla="*/ 1973230 w 3946454"/>
              <a:gd name="connsiteY2" fmla="*/ 3946448 h 3946448"/>
              <a:gd name="connsiteX3" fmla="*/ 6 w 3946454"/>
              <a:gd name="connsiteY3" fmla="*/ 1973224 h 3946448"/>
              <a:gd name="connsiteX4" fmla="*/ 1988470 w 3946454"/>
              <a:gd name="connsiteY4" fmla="*/ 2244090 h 3946448"/>
              <a:gd name="connsiteX0" fmla="*/ 2773330 w 3946454"/>
              <a:gd name="connsiteY0" fmla="*/ 0 h 3727373"/>
              <a:gd name="connsiteX1" fmla="*/ 3946454 w 3946454"/>
              <a:gd name="connsiteY1" fmla="*/ 1754149 h 3727373"/>
              <a:gd name="connsiteX2" fmla="*/ 1973230 w 3946454"/>
              <a:gd name="connsiteY2" fmla="*/ 3727373 h 3727373"/>
              <a:gd name="connsiteX3" fmla="*/ 6 w 3946454"/>
              <a:gd name="connsiteY3" fmla="*/ 1754149 h 3727373"/>
              <a:gd name="connsiteX4" fmla="*/ 1988470 w 3946454"/>
              <a:gd name="connsiteY4" fmla="*/ 2025015 h 3727373"/>
              <a:gd name="connsiteX0" fmla="*/ 2849530 w 3946454"/>
              <a:gd name="connsiteY0" fmla="*/ 0 h 3574973"/>
              <a:gd name="connsiteX1" fmla="*/ 3946454 w 3946454"/>
              <a:gd name="connsiteY1" fmla="*/ 1601749 h 3574973"/>
              <a:gd name="connsiteX2" fmla="*/ 1973230 w 3946454"/>
              <a:gd name="connsiteY2" fmla="*/ 3574973 h 3574973"/>
              <a:gd name="connsiteX3" fmla="*/ 6 w 3946454"/>
              <a:gd name="connsiteY3" fmla="*/ 1601749 h 3574973"/>
              <a:gd name="connsiteX4" fmla="*/ 1988470 w 3946454"/>
              <a:gd name="connsiteY4" fmla="*/ 1872615 h 3574973"/>
              <a:gd name="connsiteX0" fmla="*/ 3049555 w 3959637"/>
              <a:gd name="connsiteY0" fmla="*/ 0 h 3651173"/>
              <a:gd name="connsiteX1" fmla="*/ 3946454 w 3959637"/>
              <a:gd name="connsiteY1" fmla="*/ 1677949 h 3651173"/>
              <a:gd name="connsiteX2" fmla="*/ 1973230 w 3959637"/>
              <a:gd name="connsiteY2" fmla="*/ 3651173 h 3651173"/>
              <a:gd name="connsiteX3" fmla="*/ 6 w 3959637"/>
              <a:gd name="connsiteY3" fmla="*/ 1677949 h 3651173"/>
              <a:gd name="connsiteX4" fmla="*/ 1988470 w 3959637"/>
              <a:gd name="connsiteY4" fmla="*/ 1948815 h 3651173"/>
              <a:gd name="connsiteX0" fmla="*/ 3049553 w 3504112"/>
              <a:gd name="connsiteY0" fmla="*/ 0 h 3651418"/>
              <a:gd name="connsiteX1" fmla="*/ 2927277 w 3504112"/>
              <a:gd name="connsiteY1" fmla="*/ 1535074 h 3651418"/>
              <a:gd name="connsiteX2" fmla="*/ 1973228 w 3504112"/>
              <a:gd name="connsiteY2" fmla="*/ 3651173 h 3651418"/>
              <a:gd name="connsiteX3" fmla="*/ 4 w 3504112"/>
              <a:gd name="connsiteY3" fmla="*/ 1677949 h 3651418"/>
              <a:gd name="connsiteX4" fmla="*/ 1988468 w 3504112"/>
              <a:gd name="connsiteY4" fmla="*/ 1948815 h 3651418"/>
              <a:gd name="connsiteX0" fmla="*/ 3049553 w 3928823"/>
              <a:gd name="connsiteY0" fmla="*/ 0 h 3652619"/>
              <a:gd name="connsiteX1" fmla="*/ 3908352 w 3928823"/>
              <a:gd name="connsiteY1" fmla="*/ 1325524 h 3652619"/>
              <a:gd name="connsiteX2" fmla="*/ 1973228 w 3928823"/>
              <a:gd name="connsiteY2" fmla="*/ 3651173 h 3652619"/>
              <a:gd name="connsiteX3" fmla="*/ 4 w 3928823"/>
              <a:gd name="connsiteY3" fmla="*/ 1677949 h 3652619"/>
              <a:gd name="connsiteX4" fmla="*/ 1988468 w 3928823"/>
              <a:gd name="connsiteY4" fmla="*/ 1948815 h 3652619"/>
              <a:gd name="connsiteX0" fmla="*/ 3049553 w 3908352"/>
              <a:gd name="connsiteY0" fmla="*/ 0 h 3652619"/>
              <a:gd name="connsiteX1" fmla="*/ 3908352 w 3908352"/>
              <a:gd name="connsiteY1" fmla="*/ 1325524 h 3652619"/>
              <a:gd name="connsiteX2" fmla="*/ 1973228 w 3908352"/>
              <a:gd name="connsiteY2" fmla="*/ 3651173 h 3652619"/>
              <a:gd name="connsiteX3" fmla="*/ 4 w 3908352"/>
              <a:gd name="connsiteY3" fmla="*/ 1677949 h 3652619"/>
              <a:gd name="connsiteX4" fmla="*/ 1988468 w 3908352"/>
              <a:gd name="connsiteY4" fmla="*/ 1948815 h 3652619"/>
              <a:gd name="connsiteX0" fmla="*/ 3104156 w 4244287"/>
              <a:gd name="connsiteY0" fmla="*/ 0 h 1948815"/>
              <a:gd name="connsiteX1" fmla="*/ 3962955 w 4244287"/>
              <a:gd name="connsiteY1" fmla="*/ 1325524 h 1948815"/>
              <a:gd name="connsiteX2" fmla="*/ 3951881 w 4244287"/>
              <a:gd name="connsiteY2" fmla="*/ 1517573 h 1948815"/>
              <a:gd name="connsiteX3" fmla="*/ 54607 w 4244287"/>
              <a:gd name="connsiteY3" fmla="*/ 1677949 h 1948815"/>
              <a:gd name="connsiteX4" fmla="*/ 2043071 w 4244287"/>
              <a:gd name="connsiteY4" fmla="*/ 1948815 h 1948815"/>
              <a:gd name="connsiteX0" fmla="*/ 3104156 w 4078084"/>
              <a:gd name="connsiteY0" fmla="*/ 0 h 1948815"/>
              <a:gd name="connsiteX1" fmla="*/ 3951881 w 4078084"/>
              <a:gd name="connsiteY1" fmla="*/ 1517573 h 1948815"/>
              <a:gd name="connsiteX2" fmla="*/ 54607 w 4078084"/>
              <a:gd name="connsiteY2" fmla="*/ 1677949 h 1948815"/>
              <a:gd name="connsiteX3" fmla="*/ 2043071 w 4078084"/>
              <a:gd name="connsiteY3" fmla="*/ 1948815 h 1948815"/>
              <a:gd name="connsiteX0" fmla="*/ 3105899 w 4114908"/>
              <a:gd name="connsiteY0" fmla="*/ 0 h 1948815"/>
              <a:gd name="connsiteX1" fmla="*/ 3991724 w 4114908"/>
              <a:gd name="connsiteY1" fmla="*/ 1422323 h 1948815"/>
              <a:gd name="connsiteX2" fmla="*/ 56350 w 4114908"/>
              <a:gd name="connsiteY2" fmla="*/ 1677949 h 1948815"/>
              <a:gd name="connsiteX3" fmla="*/ 2044814 w 4114908"/>
              <a:gd name="connsiteY3" fmla="*/ 1948815 h 1948815"/>
              <a:gd name="connsiteX0" fmla="*/ 3099446 w 3977704"/>
              <a:gd name="connsiteY0" fmla="*/ 0 h 1948815"/>
              <a:gd name="connsiteX1" fmla="*/ 3842396 w 3977704"/>
              <a:gd name="connsiteY1" fmla="*/ 1327073 h 1948815"/>
              <a:gd name="connsiteX2" fmla="*/ 49897 w 3977704"/>
              <a:gd name="connsiteY2" fmla="*/ 1677949 h 1948815"/>
              <a:gd name="connsiteX3" fmla="*/ 2038361 w 3977704"/>
              <a:gd name="connsiteY3" fmla="*/ 1948815 h 1948815"/>
              <a:gd name="connsiteX0" fmla="*/ 3102000 w 4032287"/>
              <a:gd name="connsiteY0" fmla="*/ 0 h 1948815"/>
              <a:gd name="connsiteX1" fmla="*/ 3902100 w 4032287"/>
              <a:gd name="connsiteY1" fmla="*/ 1355648 h 1948815"/>
              <a:gd name="connsiteX2" fmla="*/ 52451 w 4032287"/>
              <a:gd name="connsiteY2" fmla="*/ 1677949 h 1948815"/>
              <a:gd name="connsiteX3" fmla="*/ 2040915 w 4032287"/>
              <a:gd name="connsiteY3" fmla="*/ 1948815 h 1948815"/>
              <a:gd name="connsiteX0" fmla="*/ 1436062 w 2236194"/>
              <a:gd name="connsiteY0" fmla="*/ 0 h 1948815"/>
              <a:gd name="connsiteX1" fmla="*/ 2236162 w 2236194"/>
              <a:gd name="connsiteY1" fmla="*/ 1355648 h 1948815"/>
              <a:gd name="connsiteX2" fmla="*/ 1463088 w 2236194"/>
              <a:gd name="connsiteY2" fmla="*/ 1325524 h 1948815"/>
              <a:gd name="connsiteX3" fmla="*/ 374977 w 2236194"/>
              <a:gd name="connsiteY3" fmla="*/ 1948815 h 1948815"/>
              <a:gd name="connsiteX0" fmla="*/ 1445053 w 2245204"/>
              <a:gd name="connsiteY0" fmla="*/ 0 h 1948815"/>
              <a:gd name="connsiteX1" fmla="*/ 2245153 w 2245204"/>
              <a:gd name="connsiteY1" fmla="*/ 1355648 h 1948815"/>
              <a:gd name="connsiteX2" fmla="*/ 1405404 w 2245204"/>
              <a:gd name="connsiteY2" fmla="*/ 1115974 h 1948815"/>
              <a:gd name="connsiteX3" fmla="*/ 383968 w 2245204"/>
              <a:gd name="connsiteY3" fmla="*/ 1948815 h 1948815"/>
              <a:gd name="connsiteX0" fmla="*/ 1445053 w 2245204"/>
              <a:gd name="connsiteY0" fmla="*/ 0 h 1948815"/>
              <a:gd name="connsiteX1" fmla="*/ 2245153 w 2245204"/>
              <a:gd name="connsiteY1" fmla="*/ 1355648 h 1948815"/>
              <a:gd name="connsiteX2" fmla="*/ 1405404 w 2245204"/>
              <a:gd name="connsiteY2" fmla="*/ 1344574 h 1948815"/>
              <a:gd name="connsiteX3" fmla="*/ 383968 w 2245204"/>
              <a:gd name="connsiteY3" fmla="*/ 1948815 h 1948815"/>
              <a:gd name="connsiteX0" fmla="*/ 39649 w 839800"/>
              <a:gd name="connsiteY0" fmla="*/ 0 h 1434674"/>
              <a:gd name="connsiteX1" fmla="*/ 839749 w 839800"/>
              <a:gd name="connsiteY1" fmla="*/ 1355648 h 1434674"/>
              <a:gd name="connsiteX2" fmla="*/ 0 w 839800"/>
              <a:gd name="connsiteY2" fmla="*/ 1344574 h 1434674"/>
              <a:gd name="connsiteX0" fmla="*/ 39649 w 839800"/>
              <a:gd name="connsiteY0" fmla="*/ 0 h 1434674"/>
              <a:gd name="connsiteX1" fmla="*/ 839749 w 839800"/>
              <a:gd name="connsiteY1" fmla="*/ 1355648 h 1434674"/>
              <a:gd name="connsiteX2" fmla="*/ 0 w 839800"/>
              <a:gd name="connsiteY2" fmla="*/ 1344574 h 1434674"/>
              <a:gd name="connsiteX0" fmla="*/ 39649 w 915995"/>
              <a:gd name="connsiteY0" fmla="*/ 0 h 1388610"/>
              <a:gd name="connsiteX1" fmla="*/ 915949 w 915995"/>
              <a:gd name="connsiteY1" fmla="*/ 1298498 h 1388610"/>
              <a:gd name="connsiteX2" fmla="*/ 0 w 915995"/>
              <a:gd name="connsiteY2" fmla="*/ 1344574 h 1388610"/>
              <a:gd name="connsiteX0" fmla="*/ 39649 w 942582"/>
              <a:gd name="connsiteY0" fmla="*/ 0 h 1458939"/>
              <a:gd name="connsiteX1" fmla="*/ 915949 w 942582"/>
              <a:gd name="connsiteY1" fmla="*/ 1298498 h 1458939"/>
              <a:gd name="connsiteX2" fmla="*/ 0 w 942582"/>
              <a:gd name="connsiteY2" fmla="*/ 1344574 h 1458939"/>
              <a:gd name="connsiteX0" fmla="*/ 39649 w 942582"/>
              <a:gd name="connsiteY0" fmla="*/ 0 h 1344574"/>
              <a:gd name="connsiteX1" fmla="*/ 915949 w 942582"/>
              <a:gd name="connsiteY1" fmla="*/ 1298498 h 1344574"/>
              <a:gd name="connsiteX2" fmla="*/ 0 w 942582"/>
              <a:gd name="connsiteY2" fmla="*/ 1344574 h 1344574"/>
              <a:gd name="connsiteX0" fmla="*/ 39649 w 936397"/>
              <a:gd name="connsiteY0" fmla="*/ 0 h 1344574"/>
              <a:gd name="connsiteX1" fmla="*/ 909599 w 936397"/>
              <a:gd name="connsiteY1" fmla="*/ 1336598 h 1344574"/>
              <a:gd name="connsiteX2" fmla="*/ 0 w 936397"/>
              <a:gd name="connsiteY2" fmla="*/ 1344574 h 1344574"/>
              <a:gd name="connsiteX0" fmla="*/ 39649 w 915015"/>
              <a:gd name="connsiteY0" fmla="*/ 0 h 1853955"/>
              <a:gd name="connsiteX1" fmla="*/ 909599 w 915015"/>
              <a:gd name="connsiteY1" fmla="*/ 1336598 h 1853955"/>
              <a:gd name="connsiteX2" fmla="*/ 0 w 915015"/>
              <a:gd name="connsiteY2" fmla="*/ 1344574 h 1853955"/>
              <a:gd name="connsiteX0" fmla="*/ 39649 w 915015"/>
              <a:gd name="connsiteY0" fmla="*/ 0 h 1853955"/>
              <a:gd name="connsiteX1" fmla="*/ 909599 w 915015"/>
              <a:gd name="connsiteY1" fmla="*/ 1336598 h 1853955"/>
              <a:gd name="connsiteX2" fmla="*/ 0 w 915015"/>
              <a:gd name="connsiteY2" fmla="*/ 1344574 h 1853955"/>
              <a:gd name="connsiteX0" fmla="*/ 39649 w 909826"/>
              <a:gd name="connsiteY0" fmla="*/ 0 h 1676157"/>
              <a:gd name="connsiteX1" fmla="*/ 909599 w 909826"/>
              <a:gd name="connsiteY1" fmla="*/ 1336598 h 1676157"/>
              <a:gd name="connsiteX2" fmla="*/ 0 w 909826"/>
              <a:gd name="connsiteY2" fmla="*/ 1344574 h 1676157"/>
              <a:gd name="connsiteX0" fmla="*/ 0 w 917577"/>
              <a:gd name="connsiteY0" fmla="*/ 0 h 1430876"/>
              <a:gd name="connsiteX1" fmla="*/ 917575 w 917577"/>
              <a:gd name="connsiteY1" fmla="*/ 1330248 h 1430876"/>
              <a:gd name="connsiteX2" fmla="*/ 7976 w 917577"/>
              <a:gd name="connsiteY2" fmla="*/ 1338224 h 1430876"/>
              <a:gd name="connsiteX0" fmla="*/ 0 w 934954"/>
              <a:gd name="connsiteY0" fmla="*/ 0 h 1430876"/>
              <a:gd name="connsiteX1" fmla="*/ 560351 w 934954"/>
              <a:gd name="connsiteY1" fmla="*/ 619138 h 1430876"/>
              <a:gd name="connsiteX2" fmla="*/ 917575 w 934954"/>
              <a:gd name="connsiteY2" fmla="*/ 1330248 h 1430876"/>
              <a:gd name="connsiteX3" fmla="*/ 7976 w 934954"/>
              <a:gd name="connsiteY3" fmla="*/ 1338224 h 1430876"/>
              <a:gd name="connsiteX0" fmla="*/ 0 w 948601"/>
              <a:gd name="connsiteY0" fmla="*/ 0 h 1391616"/>
              <a:gd name="connsiteX1" fmla="*/ 668301 w 948601"/>
              <a:gd name="connsiteY1" fmla="*/ 530238 h 1391616"/>
              <a:gd name="connsiteX2" fmla="*/ 917575 w 948601"/>
              <a:gd name="connsiteY2" fmla="*/ 1330248 h 1391616"/>
              <a:gd name="connsiteX3" fmla="*/ 7976 w 948601"/>
              <a:gd name="connsiteY3" fmla="*/ 1338224 h 1391616"/>
              <a:gd name="connsiteX0" fmla="*/ 0 w 948601"/>
              <a:gd name="connsiteY0" fmla="*/ 0 h 1391616"/>
              <a:gd name="connsiteX1" fmla="*/ 668301 w 948601"/>
              <a:gd name="connsiteY1" fmla="*/ 530238 h 1391616"/>
              <a:gd name="connsiteX2" fmla="*/ 917575 w 948601"/>
              <a:gd name="connsiteY2" fmla="*/ 1330248 h 1391616"/>
              <a:gd name="connsiteX3" fmla="*/ 7976 w 948601"/>
              <a:gd name="connsiteY3" fmla="*/ 1338224 h 1391616"/>
              <a:gd name="connsiteX0" fmla="*/ 0 w 948601"/>
              <a:gd name="connsiteY0" fmla="*/ 0 h 1338224"/>
              <a:gd name="connsiteX1" fmla="*/ 668301 w 948601"/>
              <a:gd name="connsiteY1" fmla="*/ 530238 h 1338224"/>
              <a:gd name="connsiteX2" fmla="*/ 917575 w 948601"/>
              <a:gd name="connsiteY2" fmla="*/ 1330248 h 1338224"/>
              <a:gd name="connsiteX3" fmla="*/ 7976 w 948601"/>
              <a:gd name="connsiteY3" fmla="*/ 1338224 h 1338224"/>
              <a:gd name="connsiteX0" fmla="*/ 0 w 919841"/>
              <a:gd name="connsiteY0" fmla="*/ 0 h 1503067"/>
              <a:gd name="connsiteX1" fmla="*/ 668301 w 919841"/>
              <a:gd name="connsiteY1" fmla="*/ 530238 h 1503067"/>
              <a:gd name="connsiteX2" fmla="*/ 917575 w 919841"/>
              <a:gd name="connsiteY2" fmla="*/ 1330248 h 1503067"/>
              <a:gd name="connsiteX3" fmla="*/ 7976 w 919841"/>
              <a:gd name="connsiteY3" fmla="*/ 1338224 h 1503067"/>
              <a:gd name="connsiteX0" fmla="*/ 0 w 917575"/>
              <a:gd name="connsiteY0" fmla="*/ 0 h 1338224"/>
              <a:gd name="connsiteX1" fmla="*/ 668301 w 917575"/>
              <a:gd name="connsiteY1" fmla="*/ 530238 h 1338224"/>
              <a:gd name="connsiteX2" fmla="*/ 917575 w 917575"/>
              <a:gd name="connsiteY2" fmla="*/ 1330248 h 1338224"/>
              <a:gd name="connsiteX3" fmla="*/ 7976 w 917575"/>
              <a:gd name="connsiteY3" fmla="*/ 1338224 h 1338224"/>
              <a:gd name="connsiteX0" fmla="*/ 0 w 943441"/>
              <a:gd name="connsiteY0" fmla="*/ 0 h 1391378"/>
              <a:gd name="connsiteX1" fmla="*/ 633998 w 943441"/>
              <a:gd name="connsiteY1" fmla="*/ 533447 h 1391378"/>
              <a:gd name="connsiteX2" fmla="*/ 917575 w 943441"/>
              <a:gd name="connsiteY2" fmla="*/ 1330248 h 1391378"/>
              <a:gd name="connsiteX3" fmla="*/ 7976 w 943441"/>
              <a:gd name="connsiteY3" fmla="*/ 1338224 h 1391378"/>
              <a:gd name="connsiteX0" fmla="*/ 0 w 943441"/>
              <a:gd name="connsiteY0" fmla="*/ 0 h 1338224"/>
              <a:gd name="connsiteX1" fmla="*/ 633998 w 943441"/>
              <a:gd name="connsiteY1" fmla="*/ 533447 h 1338224"/>
              <a:gd name="connsiteX2" fmla="*/ 917575 w 943441"/>
              <a:gd name="connsiteY2" fmla="*/ 1330248 h 1338224"/>
              <a:gd name="connsiteX3" fmla="*/ 7976 w 943441"/>
              <a:gd name="connsiteY3" fmla="*/ 1338224 h 1338224"/>
              <a:gd name="connsiteX0" fmla="*/ 0 w 918353"/>
              <a:gd name="connsiteY0" fmla="*/ 0 h 1468375"/>
              <a:gd name="connsiteX1" fmla="*/ 633998 w 918353"/>
              <a:gd name="connsiteY1" fmla="*/ 533447 h 1468375"/>
              <a:gd name="connsiteX2" fmla="*/ 917575 w 918353"/>
              <a:gd name="connsiteY2" fmla="*/ 1330248 h 1468375"/>
              <a:gd name="connsiteX3" fmla="*/ 7976 w 918353"/>
              <a:gd name="connsiteY3" fmla="*/ 1338224 h 1468375"/>
              <a:gd name="connsiteX0" fmla="*/ 0 w 973179"/>
              <a:gd name="connsiteY0" fmla="*/ 0 h 1473113"/>
              <a:gd name="connsiteX1" fmla="*/ 633998 w 973179"/>
              <a:gd name="connsiteY1" fmla="*/ 533447 h 1473113"/>
              <a:gd name="connsiteX2" fmla="*/ 972461 w 973179"/>
              <a:gd name="connsiteY2" fmla="*/ 1336667 h 1473113"/>
              <a:gd name="connsiteX3" fmla="*/ 7976 w 973179"/>
              <a:gd name="connsiteY3" fmla="*/ 1338224 h 1473113"/>
              <a:gd name="connsiteX0" fmla="*/ 0 w 972461"/>
              <a:gd name="connsiteY0" fmla="*/ 0 h 1338224"/>
              <a:gd name="connsiteX1" fmla="*/ 633998 w 972461"/>
              <a:gd name="connsiteY1" fmla="*/ 533447 h 1338224"/>
              <a:gd name="connsiteX2" fmla="*/ 972461 w 972461"/>
              <a:gd name="connsiteY2" fmla="*/ 1336667 h 1338224"/>
              <a:gd name="connsiteX3" fmla="*/ 7976 w 972461"/>
              <a:gd name="connsiteY3" fmla="*/ 1338224 h 1338224"/>
              <a:gd name="connsiteX0" fmla="*/ 0 w 972461"/>
              <a:gd name="connsiteY0" fmla="*/ 0 h 1338224"/>
              <a:gd name="connsiteX1" fmla="*/ 633998 w 972461"/>
              <a:gd name="connsiteY1" fmla="*/ 533447 h 1338224"/>
              <a:gd name="connsiteX2" fmla="*/ 972461 w 972461"/>
              <a:gd name="connsiteY2" fmla="*/ 1336667 h 1338224"/>
              <a:gd name="connsiteX3" fmla="*/ 7976 w 972461"/>
              <a:gd name="connsiteY3" fmla="*/ 1338224 h 1338224"/>
              <a:gd name="connsiteX0" fmla="*/ 0 w 997020"/>
              <a:gd name="connsiteY0" fmla="*/ 0 h 1397045"/>
              <a:gd name="connsiteX1" fmla="*/ 654580 w 997020"/>
              <a:gd name="connsiteY1" fmla="*/ 527029 h 1397045"/>
              <a:gd name="connsiteX2" fmla="*/ 972461 w 997020"/>
              <a:gd name="connsiteY2" fmla="*/ 1336667 h 1397045"/>
              <a:gd name="connsiteX3" fmla="*/ 7976 w 997020"/>
              <a:gd name="connsiteY3" fmla="*/ 1338224 h 1397045"/>
              <a:gd name="connsiteX0" fmla="*/ 0 w 976502"/>
              <a:gd name="connsiteY0" fmla="*/ 0 h 1569625"/>
              <a:gd name="connsiteX1" fmla="*/ 654580 w 976502"/>
              <a:gd name="connsiteY1" fmla="*/ 527029 h 1569625"/>
              <a:gd name="connsiteX2" fmla="*/ 972461 w 976502"/>
              <a:gd name="connsiteY2" fmla="*/ 1336667 h 1569625"/>
              <a:gd name="connsiteX3" fmla="*/ 7976 w 976502"/>
              <a:gd name="connsiteY3" fmla="*/ 1338224 h 1569625"/>
              <a:gd name="connsiteX0" fmla="*/ 0 w 972461"/>
              <a:gd name="connsiteY0" fmla="*/ 0 h 1338224"/>
              <a:gd name="connsiteX1" fmla="*/ 654580 w 972461"/>
              <a:gd name="connsiteY1" fmla="*/ 527029 h 1338224"/>
              <a:gd name="connsiteX2" fmla="*/ 972461 w 972461"/>
              <a:gd name="connsiteY2" fmla="*/ 1336667 h 1338224"/>
              <a:gd name="connsiteX3" fmla="*/ 7976 w 972461"/>
              <a:gd name="connsiteY3" fmla="*/ 1338224 h 1338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2461" h="1338224">
                <a:moveTo>
                  <a:pt x="0" y="0"/>
                </a:moveTo>
                <a:cubicBezTo>
                  <a:pt x="397170" y="198577"/>
                  <a:pt x="501651" y="305321"/>
                  <a:pt x="654580" y="527029"/>
                </a:cubicBezTo>
                <a:cubicBezTo>
                  <a:pt x="807509" y="748737"/>
                  <a:pt x="908711" y="813159"/>
                  <a:pt x="972461" y="1336667"/>
                </a:cubicBezTo>
                <a:lnTo>
                  <a:pt x="7976" y="1338224"/>
                </a:lnTo>
              </a:path>
            </a:pathLst>
          </a:custGeom>
          <a:solidFill>
            <a:srgbClr val="5F6968"/>
          </a:solidFill>
          <a:ln>
            <a:solidFill>
              <a:srgbClr val="5F69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493BC8B9-9C24-930A-F5FE-ADAEA37529FA}"/>
              </a:ext>
            </a:extLst>
          </p:cNvPr>
          <p:cNvSpPr/>
          <p:nvPr/>
        </p:nvSpPr>
        <p:spPr>
          <a:xfrm rot="1126544">
            <a:off x="6813958" y="748901"/>
            <a:ext cx="3361491" cy="2878357"/>
          </a:xfrm>
          <a:prstGeom prst="arc">
            <a:avLst>
              <a:gd name="adj1" fmla="val 17536300"/>
              <a:gd name="adj2" fmla="val 20773539"/>
            </a:avLst>
          </a:prstGeom>
          <a:noFill/>
          <a:ln w="152400">
            <a:solidFill>
              <a:srgbClr val="5F6968"/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8624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99816-3D28-5241-6052-5AAAAB144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607F506-CAF2-E954-BB7B-58A23744588C}"/>
              </a:ext>
            </a:extLst>
          </p:cNvPr>
          <p:cNvSpPr txBox="1"/>
          <p:nvPr/>
        </p:nvSpPr>
        <p:spPr>
          <a:xfrm>
            <a:off x="-178819" y="2179005"/>
            <a:ext cx="8120046" cy="2655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6600"/>
              </a:lnSpc>
            </a:pPr>
            <a:r>
              <a:rPr lang="en-AU" sz="7200" spc="650" dirty="0">
                <a:latin typeface="Futura-Medium" panose="020B0600000000000000" pitchFamily="34" charset="0"/>
              </a:rPr>
              <a:t>Townsville</a:t>
            </a:r>
          </a:p>
          <a:p>
            <a:pPr algn="r">
              <a:lnSpc>
                <a:spcPts val="6600"/>
              </a:lnSpc>
            </a:pPr>
            <a:r>
              <a:rPr lang="en-AU" sz="7200" spc="650" dirty="0">
                <a:latin typeface="Futura-Medium" panose="020B0600000000000000" pitchFamily="34" charset="0"/>
              </a:rPr>
              <a:t>District Law</a:t>
            </a:r>
          </a:p>
          <a:p>
            <a:pPr algn="r">
              <a:lnSpc>
                <a:spcPts val="6600"/>
              </a:lnSpc>
            </a:pPr>
            <a:r>
              <a:rPr lang="en-AU" sz="7200" spc="650" dirty="0">
                <a:latin typeface="Futura-Medium" panose="020B0600000000000000" pitchFamily="34" charset="0"/>
              </a:rPr>
              <a:t>Association Inc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80A24958-4D51-3027-5B56-9D15A93E014A}"/>
              </a:ext>
            </a:extLst>
          </p:cNvPr>
          <p:cNvSpPr/>
          <p:nvPr/>
        </p:nvSpPr>
        <p:spPr>
          <a:xfrm>
            <a:off x="6147455" y="356837"/>
            <a:ext cx="4497208" cy="4671369"/>
          </a:xfrm>
          <a:prstGeom prst="arc">
            <a:avLst>
              <a:gd name="adj1" fmla="val 12259748"/>
              <a:gd name="adj2" fmla="val 91912"/>
            </a:avLst>
          </a:prstGeom>
          <a:noFill/>
          <a:ln w="21272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BD3CE7BE-885D-C58E-994C-9CE7C7858E2D}"/>
              </a:ext>
            </a:extLst>
          </p:cNvPr>
          <p:cNvSpPr/>
          <p:nvPr/>
        </p:nvSpPr>
        <p:spPr>
          <a:xfrm rot="5400000">
            <a:off x="6279518" y="586745"/>
            <a:ext cx="4444368" cy="4154797"/>
          </a:xfrm>
          <a:prstGeom prst="arc">
            <a:avLst>
              <a:gd name="adj1" fmla="val 16253732"/>
              <a:gd name="adj2" fmla="val 91912"/>
            </a:avLst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32B97703-9D9E-0154-3692-6EB2CFBDBBCC}"/>
              </a:ext>
            </a:extLst>
          </p:cNvPr>
          <p:cNvSpPr/>
          <p:nvPr/>
        </p:nvSpPr>
        <p:spPr>
          <a:xfrm rot="5400000">
            <a:off x="7010401" y="1264925"/>
            <a:ext cx="3253738" cy="3070860"/>
          </a:xfrm>
          <a:prstGeom prst="arc">
            <a:avLst>
              <a:gd name="adj1" fmla="val 16283312"/>
              <a:gd name="adj2" fmla="val 21114506"/>
            </a:avLst>
          </a:prstGeom>
          <a:noFill/>
          <a:ln w="152400">
            <a:solidFill>
              <a:schemeClr val="accent6"/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3EC67A-8ED1-BC8D-D5E0-DF96FC0DECE7}"/>
              </a:ext>
            </a:extLst>
          </p:cNvPr>
          <p:cNvSpPr/>
          <p:nvPr/>
        </p:nvSpPr>
        <p:spPr>
          <a:xfrm>
            <a:off x="8347628" y="321529"/>
            <a:ext cx="167660" cy="4593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DAC9B1-E5D5-2787-DA77-CD64B4A57F14}"/>
              </a:ext>
            </a:extLst>
          </p:cNvPr>
          <p:cNvSpPr/>
          <p:nvPr/>
        </p:nvSpPr>
        <p:spPr>
          <a:xfrm>
            <a:off x="8851675" y="772756"/>
            <a:ext cx="174804" cy="3721730"/>
          </a:xfrm>
          <a:custGeom>
            <a:avLst/>
            <a:gdLst>
              <a:gd name="connsiteX0" fmla="*/ 0 w 167660"/>
              <a:gd name="connsiteY0" fmla="*/ 0 h 3664580"/>
              <a:gd name="connsiteX1" fmla="*/ 167660 w 167660"/>
              <a:gd name="connsiteY1" fmla="*/ 0 h 3664580"/>
              <a:gd name="connsiteX2" fmla="*/ 167660 w 167660"/>
              <a:gd name="connsiteY2" fmla="*/ 3664580 h 3664580"/>
              <a:gd name="connsiteX3" fmla="*/ 0 w 167660"/>
              <a:gd name="connsiteY3" fmla="*/ 3664580 h 3664580"/>
              <a:gd name="connsiteX4" fmla="*/ 0 w 167660"/>
              <a:gd name="connsiteY4" fmla="*/ 0 h 3664580"/>
              <a:gd name="connsiteX0" fmla="*/ 0 w 170041"/>
              <a:gd name="connsiteY0" fmla="*/ 0 h 3664580"/>
              <a:gd name="connsiteX1" fmla="*/ 170041 w 170041"/>
              <a:gd name="connsiteY1" fmla="*/ 38100 h 3664580"/>
              <a:gd name="connsiteX2" fmla="*/ 167660 w 170041"/>
              <a:gd name="connsiteY2" fmla="*/ 3664580 h 3664580"/>
              <a:gd name="connsiteX3" fmla="*/ 0 w 170041"/>
              <a:gd name="connsiteY3" fmla="*/ 3664580 h 3664580"/>
              <a:gd name="connsiteX4" fmla="*/ 0 w 170041"/>
              <a:gd name="connsiteY4" fmla="*/ 0 h 3664580"/>
              <a:gd name="connsiteX0" fmla="*/ 0 w 170041"/>
              <a:gd name="connsiteY0" fmla="*/ 0 h 3664580"/>
              <a:gd name="connsiteX1" fmla="*/ 170041 w 170041"/>
              <a:gd name="connsiteY1" fmla="*/ 38100 h 3664580"/>
              <a:gd name="connsiteX2" fmla="*/ 167660 w 170041"/>
              <a:gd name="connsiteY2" fmla="*/ 3664580 h 3664580"/>
              <a:gd name="connsiteX3" fmla="*/ 0 w 170041"/>
              <a:gd name="connsiteY3" fmla="*/ 3664580 h 3664580"/>
              <a:gd name="connsiteX4" fmla="*/ 0 w 170041"/>
              <a:gd name="connsiteY4" fmla="*/ 0 h 3664580"/>
              <a:gd name="connsiteX0" fmla="*/ 0 w 170041"/>
              <a:gd name="connsiteY0" fmla="*/ 0 h 3664580"/>
              <a:gd name="connsiteX1" fmla="*/ 170041 w 170041"/>
              <a:gd name="connsiteY1" fmla="*/ 38100 h 3664580"/>
              <a:gd name="connsiteX2" fmla="*/ 167660 w 170041"/>
              <a:gd name="connsiteY2" fmla="*/ 3664580 h 3664580"/>
              <a:gd name="connsiteX3" fmla="*/ 0 w 170041"/>
              <a:gd name="connsiteY3" fmla="*/ 3664580 h 3664580"/>
              <a:gd name="connsiteX4" fmla="*/ 0 w 170041"/>
              <a:gd name="connsiteY4" fmla="*/ 0 h 3664580"/>
              <a:gd name="connsiteX0" fmla="*/ 0 w 170041"/>
              <a:gd name="connsiteY0" fmla="*/ 0 h 3664580"/>
              <a:gd name="connsiteX1" fmla="*/ 170041 w 170041"/>
              <a:gd name="connsiteY1" fmla="*/ 38100 h 3664580"/>
              <a:gd name="connsiteX2" fmla="*/ 167660 w 170041"/>
              <a:gd name="connsiteY2" fmla="*/ 3664580 h 3664580"/>
              <a:gd name="connsiteX3" fmla="*/ 0 w 170041"/>
              <a:gd name="connsiteY3" fmla="*/ 3664580 h 3664580"/>
              <a:gd name="connsiteX4" fmla="*/ 0 w 170041"/>
              <a:gd name="connsiteY4" fmla="*/ 0 h 3664580"/>
              <a:gd name="connsiteX0" fmla="*/ 0 w 170041"/>
              <a:gd name="connsiteY0" fmla="*/ 0 h 3700299"/>
              <a:gd name="connsiteX1" fmla="*/ 170041 w 170041"/>
              <a:gd name="connsiteY1" fmla="*/ 73819 h 3700299"/>
              <a:gd name="connsiteX2" fmla="*/ 167660 w 170041"/>
              <a:gd name="connsiteY2" fmla="*/ 3700299 h 3700299"/>
              <a:gd name="connsiteX3" fmla="*/ 0 w 170041"/>
              <a:gd name="connsiteY3" fmla="*/ 3700299 h 3700299"/>
              <a:gd name="connsiteX4" fmla="*/ 0 w 170041"/>
              <a:gd name="connsiteY4" fmla="*/ 0 h 3700299"/>
              <a:gd name="connsiteX0" fmla="*/ 0 w 172422"/>
              <a:gd name="connsiteY0" fmla="*/ 0 h 3700299"/>
              <a:gd name="connsiteX1" fmla="*/ 172422 w 172422"/>
              <a:gd name="connsiteY1" fmla="*/ 59532 h 3700299"/>
              <a:gd name="connsiteX2" fmla="*/ 167660 w 172422"/>
              <a:gd name="connsiteY2" fmla="*/ 3700299 h 3700299"/>
              <a:gd name="connsiteX3" fmla="*/ 0 w 172422"/>
              <a:gd name="connsiteY3" fmla="*/ 3700299 h 3700299"/>
              <a:gd name="connsiteX4" fmla="*/ 0 w 172422"/>
              <a:gd name="connsiteY4" fmla="*/ 0 h 3700299"/>
              <a:gd name="connsiteX0" fmla="*/ 2382 w 174804"/>
              <a:gd name="connsiteY0" fmla="*/ 0 h 3721730"/>
              <a:gd name="connsiteX1" fmla="*/ 174804 w 174804"/>
              <a:gd name="connsiteY1" fmla="*/ 59532 h 3721730"/>
              <a:gd name="connsiteX2" fmla="*/ 170042 w 174804"/>
              <a:gd name="connsiteY2" fmla="*/ 3700299 h 3721730"/>
              <a:gd name="connsiteX3" fmla="*/ 0 w 174804"/>
              <a:gd name="connsiteY3" fmla="*/ 3721730 h 3721730"/>
              <a:gd name="connsiteX4" fmla="*/ 2382 w 174804"/>
              <a:gd name="connsiteY4" fmla="*/ 0 h 3721730"/>
              <a:gd name="connsiteX0" fmla="*/ 2382 w 174804"/>
              <a:gd name="connsiteY0" fmla="*/ 0 h 3721730"/>
              <a:gd name="connsiteX1" fmla="*/ 174804 w 174804"/>
              <a:gd name="connsiteY1" fmla="*/ 59532 h 3721730"/>
              <a:gd name="connsiteX2" fmla="*/ 170042 w 174804"/>
              <a:gd name="connsiteY2" fmla="*/ 3700299 h 3721730"/>
              <a:gd name="connsiteX3" fmla="*/ 0 w 174804"/>
              <a:gd name="connsiteY3" fmla="*/ 3721730 h 3721730"/>
              <a:gd name="connsiteX4" fmla="*/ 2382 w 174804"/>
              <a:gd name="connsiteY4" fmla="*/ 0 h 3721730"/>
              <a:gd name="connsiteX0" fmla="*/ 2382 w 174804"/>
              <a:gd name="connsiteY0" fmla="*/ 0 h 3721730"/>
              <a:gd name="connsiteX1" fmla="*/ 174804 w 174804"/>
              <a:gd name="connsiteY1" fmla="*/ 59532 h 3721730"/>
              <a:gd name="connsiteX2" fmla="*/ 172423 w 174804"/>
              <a:gd name="connsiteY2" fmla="*/ 3686011 h 3721730"/>
              <a:gd name="connsiteX3" fmla="*/ 0 w 174804"/>
              <a:gd name="connsiteY3" fmla="*/ 3721730 h 3721730"/>
              <a:gd name="connsiteX4" fmla="*/ 2382 w 174804"/>
              <a:gd name="connsiteY4" fmla="*/ 0 h 3721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804" h="3721730">
                <a:moveTo>
                  <a:pt x="2382" y="0"/>
                </a:moveTo>
                <a:cubicBezTo>
                  <a:pt x="109069" y="15081"/>
                  <a:pt x="96692" y="27782"/>
                  <a:pt x="174804" y="59532"/>
                </a:cubicBezTo>
                <a:cubicBezTo>
                  <a:pt x="174010" y="1268359"/>
                  <a:pt x="173217" y="2477184"/>
                  <a:pt x="172423" y="3686011"/>
                </a:cubicBezTo>
                <a:cubicBezTo>
                  <a:pt x="115742" y="3693155"/>
                  <a:pt x="85256" y="3716967"/>
                  <a:pt x="0" y="3721730"/>
                </a:cubicBezTo>
                <a:lnTo>
                  <a:pt x="238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84233C4-DC2B-5E05-5BD3-E66A9DE7BDBB}"/>
              </a:ext>
            </a:extLst>
          </p:cNvPr>
          <p:cNvSpPr/>
          <p:nvPr/>
        </p:nvSpPr>
        <p:spPr>
          <a:xfrm>
            <a:off x="9361525" y="958837"/>
            <a:ext cx="917575" cy="1338224"/>
          </a:xfrm>
          <a:custGeom>
            <a:avLst/>
            <a:gdLst>
              <a:gd name="connsiteX0" fmla="*/ 0 w 3946448"/>
              <a:gd name="connsiteY0" fmla="*/ 1973224 h 3946448"/>
              <a:gd name="connsiteX1" fmla="*/ 1973224 w 3946448"/>
              <a:gd name="connsiteY1" fmla="*/ 0 h 3946448"/>
              <a:gd name="connsiteX2" fmla="*/ 3946448 w 3946448"/>
              <a:gd name="connsiteY2" fmla="*/ 1973224 h 3946448"/>
              <a:gd name="connsiteX3" fmla="*/ 1973224 w 3946448"/>
              <a:gd name="connsiteY3" fmla="*/ 3946448 h 3946448"/>
              <a:gd name="connsiteX4" fmla="*/ 0 w 3946448"/>
              <a:gd name="connsiteY4" fmla="*/ 1973224 h 3946448"/>
              <a:gd name="connsiteX0" fmla="*/ 1973224 w 3946448"/>
              <a:gd name="connsiteY0" fmla="*/ 0 h 3946448"/>
              <a:gd name="connsiteX1" fmla="*/ 3946448 w 3946448"/>
              <a:gd name="connsiteY1" fmla="*/ 1973224 h 3946448"/>
              <a:gd name="connsiteX2" fmla="*/ 1973224 w 3946448"/>
              <a:gd name="connsiteY2" fmla="*/ 3946448 h 3946448"/>
              <a:gd name="connsiteX3" fmla="*/ 0 w 3946448"/>
              <a:gd name="connsiteY3" fmla="*/ 1973224 h 3946448"/>
              <a:gd name="connsiteX4" fmla="*/ 2064664 w 3946448"/>
              <a:gd name="connsiteY4" fmla="*/ 91440 h 3946448"/>
              <a:gd name="connsiteX0" fmla="*/ 1974991 w 3948215"/>
              <a:gd name="connsiteY0" fmla="*/ 0 h 3946448"/>
              <a:gd name="connsiteX1" fmla="*/ 3948215 w 3948215"/>
              <a:gd name="connsiteY1" fmla="*/ 1973224 h 3946448"/>
              <a:gd name="connsiteX2" fmla="*/ 1974991 w 3948215"/>
              <a:gd name="connsiteY2" fmla="*/ 3946448 h 3946448"/>
              <a:gd name="connsiteX3" fmla="*/ 1767 w 3948215"/>
              <a:gd name="connsiteY3" fmla="*/ 1973224 h 3946448"/>
              <a:gd name="connsiteX4" fmla="*/ 1742581 w 3948215"/>
              <a:gd name="connsiteY4" fmla="*/ 2225040 h 3946448"/>
              <a:gd name="connsiteX0" fmla="*/ 1973230 w 3946454"/>
              <a:gd name="connsiteY0" fmla="*/ 0 h 3946448"/>
              <a:gd name="connsiteX1" fmla="*/ 3946454 w 3946454"/>
              <a:gd name="connsiteY1" fmla="*/ 1973224 h 3946448"/>
              <a:gd name="connsiteX2" fmla="*/ 1973230 w 3946454"/>
              <a:gd name="connsiteY2" fmla="*/ 3946448 h 3946448"/>
              <a:gd name="connsiteX3" fmla="*/ 6 w 3946454"/>
              <a:gd name="connsiteY3" fmla="*/ 1973224 h 3946448"/>
              <a:gd name="connsiteX4" fmla="*/ 1988470 w 3946454"/>
              <a:gd name="connsiteY4" fmla="*/ 2244090 h 3946448"/>
              <a:gd name="connsiteX0" fmla="*/ 2773330 w 3946454"/>
              <a:gd name="connsiteY0" fmla="*/ 0 h 3727373"/>
              <a:gd name="connsiteX1" fmla="*/ 3946454 w 3946454"/>
              <a:gd name="connsiteY1" fmla="*/ 1754149 h 3727373"/>
              <a:gd name="connsiteX2" fmla="*/ 1973230 w 3946454"/>
              <a:gd name="connsiteY2" fmla="*/ 3727373 h 3727373"/>
              <a:gd name="connsiteX3" fmla="*/ 6 w 3946454"/>
              <a:gd name="connsiteY3" fmla="*/ 1754149 h 3727373"/>
              <a:gd name="connsiteX4" fmla="*/ 1988470 w 3946454"/>
              <a:gd name="connsiteY4" fmla="*/ 2025015 h 3727373"/>
              <a:gd name="connsiteX0" fmla="*/ 2849530 w 3946454"/>
              <a:gd name="connsiteY0" fmla="*/ 0 h 3574973"/>
              <a:gd name="connsiteX1" fmla="*/ 3946454 w 3946454"/>
              <a:gd name="connsiteY1" fmla="*/ 1601749 h 3574973"/>
              <a:gd name="connsiteX2" fmla="*/ 1973230 w 3946454"/>
              <a:gd name="connsiteY2" fmla="*/ 3574973 h 3574973"/>
              <a:gd name="connsiteX3" fmla="*/ 6 w 3946454"/>
              <a:gd name="connsiteY3" fmla="*/ 1601749 h 3574973"/>
              <a:gd name="connsiteX4" fmla="*/ 1988470 w 3946454"/>
              <a:gd name="connsiteY4" fmla="*/ 1872615 h 3574973"/>
              <a:gd name="connsiteX0" fmla="*/ 3049555 w 3959637"/>
              <a:gd name="connsiteY0" fmla="*/ 0 h 3651173"/>
              <a:gd name="connsiteX1" fmla="*/ 3946454 w 3959637"/>
              <a:gd name="connsiteY1" fmla="*/ 1677949 h 3651173"/>
              <a:gd name="connsiteX2" fmla="*/ 1973230 w 3959637"/>
              <a:gd name="connsiteY2" fmla="*/ 3651173 h 3651173"/>
              <a:gd name="connsiteX3" fmla="*/ 6 w 3959637"/>
              <a:gd name="connsiteY3" fmla="*/ 1677949 h 3651173"/>
              <a:gd name="connsiteX4" fmla="*/ 1988470 w 3959637"/>
              <a:gd name="connsiteY4" fmla="*/ 1948815 h 3651173"/>
              <a:gd name="connsiteX0" fmla="*/ 3049553 w 3504112"/>
              <a:gd name="connsiteY0" fmla="*/ 0 h 3651418"/>
              <a:gd name="connsiteX1" fmla="*/ 2927277 w 3504112"/>
              <a:gd name="connsiteY1" fmla="*/ 1535074 h 3651418"/>
              <a:gd name="connsiteX2" fmla="*/ 1973228 w 3504112"/>
              <a:gd name="connsiteY2" fmla="*/ 3651173 h 3651418"/>
              <a:gd name="connsiteX3" fmla="*/ 4 w 3504112"/>
              <a:gd name="connsiteY3" fmla="*/ 1677949 h 3651418"/>
              <a:gd name="connsiteX4" fmla="*/ 1988468 w 3504112"/>
              <a:gd name="connsiteY4" fmla="*/ 1948815 h 3651418"/>
              <a:gd name="connsiteX0" fmla="*/ 3049553 w 3928823"/>
              <a:gd name="connsiteY0" fmla="*/ 0 h 3652619"/>
              <a:gd name="connsiteX1" fmla="*/ 3908352 w 3928823"/>
              <a:gd name="connsiteY1" fmla="*/ 1325524 h 3652619"/>
              <a:gd name="connsiteX2" fmla="*/ 1973228 w 3928823"/>
              <a:gd name="connsiteY2" fmla="*/ 3651173 h 3652619"/>
              <a:gd name="connsiteX3" fmla="*/ 4 w 3928823"/>
              <a:gd name="connsiteY3" fmla="*/ 1677949 h 3652619"/>
              <a:gd name="connsiteX4" fmla="*/ 1988468 w 3928823"/>
              <a:gd name="connsiteY4" fmla="*/ 1948815 h 3652619"/>
              <a:gd name="connsiteX0" fmla="*/ 3049553 w 3908352"/>
              <a:gd name="connsiteY0" fmla="*/ 0 h 3652619"/>
              <a:gd name="connsiteX1" fmla="*/ 3908352 w 3908352"/>
              <a:gd name="connsiteY1" fmla="*/ 1325524 h 3652619"/>
              <a:gd name="connsiteX2" fmla="*/ 1973228 w 3908352"/>
              <a:gd name="connsiteY2" fmla="*/ 3651173 h 3652619"/>
              <a:gd name="connsiteX3" fmla="*/ 4 w 3908352"/>
              <a:gd name="connsiteY3" fmla="*/ 1677949 h 3652619"/>
              <a:gd name="connsiteX4" fmla="*/ 1988468 w 3908352"/>
              <a:gd name="connsiteY4" fmla="*/ 1948815 h 3652619"/>
              <a:gd name="connsiteX0" fmla="*/ 3104156 w 4244287"/>
              <a:gd name="connsiteY0" fmla="*/ 0 h 1948815"/>
              <a:gd name="connsiteX1" fmla="*/ 3962955 w 4244287"/>
              <a:gd name="connsiteY1" fmla="*/ 1325524 h 1948815"/>
              <a:gd name="connsiteX2" fmla="*/ 3951881 w 4244287"/>
              <a:gd name="connsiteY2" fmla="*/ 1517573 h 1948815"/>
              <a:gd name="connsiteX3" fmla="*/ 54607 w 4244287"/>
              <a:gd name="connsiteY3" fmla="*/ 1677949 h 1948815"/>
              <a:gd name="connsiteX4" fmla="*/ 2043071 w 4244287"/>
              <a:gd name="connsiteY4" fmla="*/ 1948815 h 1948815"/>
              <a:gd name="connsiteX0" fmla="*/ 3104156 w 4078084"/>
              <a:gd name="connsiteY0" fmla="*/ 0 h 1948815"/>
              <a:gd name="connsiteX1" fmla="*/ 3951881 w 4078084"/>
              <a:gd name="connsiteY1" fmla="*/ 1517573 h 1948815"/>
              <a:gd name="connsiteX2" fmla="*/ 54607 w 4078084"/>
              <a:gd name="connsiteY2" fmla="*/ 1677949 h 1948815"/>
              <a:gd name="connsiteX3" fmla="*/ 2043071 w 4078084"/>
              <a:gd name="connsiteY3" fmla="*/ 1948815 h 1948815"/>
              <a:gd name="connsiteX0" fmla="*/ 3105899 w 4114908"/>
              <a:gd name="connsiteY0" fmla="*/ 0 h 1948815"/>
              <a:gd name="connsiteX1" fmla="*/ 3991724 w 4114908"/>
              <a:gd name="connsiteY1" fmla="*/ 1422323 h 1948815"/>
              <a:gd name="connsiteX2" fmla="*/ 56350 w 4114908"/>
              <a:gd name="connsiteY2" fmla="*/ 1677949 h 1948815"/>
              <a:gd name="connsiteX3" fmla="*/ 2044814 w 4114908"/>
              <a:gd name="connsiteY3" fmla="*/ 1948815 h 1948815"/>
              <a:gd name="connsiteX0" fmla="*/ 3099446 w 3977704"/>
              <a:gd name="connsiteY0" fmla="*/ 0 h 1948815"/>
              <a:gd name="connsiteX1" fmla="*/ 3842396 w 3977704"/>
              <a:gd name="connsiteY1" fmla="*/ 1327073 h 1948815"/>
              <a:gd name="connsiteX2" fmla="*/ 49897 w 3977704"/>
              <a:gd name="connsiteY2" fmla="*/ 1677949 h 1948815"/>
              <a:gd name="connsiteX3" fmla="*/ 2038361 w 3977704"/>
              <a:gd name="connsiteY3" fmla="*/ 1948815 h 1948815"/>
              <a:gd name="connsiteX0" fmla="*/ 3102000 w 4032287"/>
              <a:gd name="connsiteY0" fmla="*/ 0 h 1948815"/>
              <a:gd name="connsiteX1" fmla="*/ 3902100 w 4032287"/>
              <a:gd name="connsiteY1" fmla="*/ 1355648 h 1948815"/>
              <a:gd name="connsiteX2" fmla="*/ 52451 w 4032287"/>
              <a:gd name="connsiteY2" fmla="*/ 1677949 h 1948815"/>
              <a:gd name="connsiteX3" fmla="*/ 2040915 w 4032287"/>
              <a:gd name="connsiteY3" fmla="*/ 1948815 h 1948815"/>
              <a:gd name="connsiteX0" fmla="*/ 1436062 w 2236194"/>
              <a:gd name="connsiteY0" fmla="*/ 0 h 1948815"/>
              <a:gd name="connsiteX1" fmla="*/ 2236162 w 2236194"/>
              <a:gd name="connsiteY1" fmla="*/ 1355648 h 1948815"/>
              <a:gd name="connsiteX2" fmla="*/ 1463088 w 2236194"/>
              <a:gd name="connsiteY2" fmla="*/ 1325524 h 1948815"/>
              <a:gd name="connsiteX3" fmla="*/ 374977 w 2236194"/>
              <a:gd name="connsiteY3" fmla="*/ 1948815 h 1948815"/>
              <a:gd name="connsiteX0" fmla="*/ 1445053 w 2245204"/>
              <a:gd name="connsiteY0" fmla="*/ 0 h 1948815"/>
              <a:gd name="connsiteX1" fmla="*/ 2245153 w 2245204"/>
              <a:gd name="connsiteY1" fmla="*/ 1355648 h 1948815"/>
              <a:gd name="connsiteX2" fmla="*/ 1405404 w 2245204"/>
              <a:gd name="connsiteY2" fmla="*/ 1115974 h 1948815"/>
              <a:gd name="connsiteX3" fmla="*/ 383968 w 2245204"/>
              <a:gd name="connsiteY3" fmla="*/ 1948815 h 1948815"/>
              <a:gd name="connsiteX0" fmla="*/ 1445053 w 2245204"/>
              <a:gd name="connsiteY0" fmla="*/ 0 h 1948815"/>
              <a:gd name="connsiteX1" fmla="*/ 2245153 w 2245204"/>
              <a:gd name="connsiteY1" fmla="*/ 1355648 h 1948815"/>
              <a:gd name="connsiteX2" fmla="*/ 1405404 w 2245204"/>
              <a:gd name="connsiteY2" fmla="*/ 1344574 h 1948815"/>
              <a:gd name="connsiteX3" fmla="*/ 383968 w 2245204"/>
              <a:gd name="connsiteY3" fmla="*/ 1948815 h 1948815"/>
              <a:gd name="connsiteX0" fmla="*/ 39649 w 839800"/>
              <a:gd name="connsiteY0" fmla="*/ 0 h 1434674"/>
              <a:gd name="connsiteX1" fmla="*/ 839749 w 839800"/>
              <a:gd name="connsiteY1" fmla="*/ 1355648 h 1434674"/>
              <a:gd name="connsiteX2" fmla="*/ 0 w 839800"/>
              <a:gd name="connsiteY2" fmla="*/ 1344574 h 1434674"/>
              <a:gd name="connsiteX0" fmla="*/ 39649 w 839800"/>
              <a:gd name="connsiteY0" fmla="*/ 0 h 1434674"/>
              <a:gd name="connsiteX1" fmla="*/ 839749 w 839800"/>
              <a:gd name="connsiteY1" fmla="*/ 1355648 h 1434674"/>
              <a:gd name="connsiteX2" fmla="*/ 0 w 839800"/>
              <a:gd name="connsiteY2" fmla="*/ 1344574 h 1434674"/>
              <a:gd name="connsiteX0" fmla="*/ 39649 w 915995"/>
              <a:gd name="connsiteY0" fmla="*/ 0 h 1388610"/>
              <a:gd name="connsiteX1" fmla="*/ 915949 w 915995"/>
              <a:gd name="connsiteY1" fmla="*/ 1298498 h 1388610"/>
              <a:gd name="connsiteX2" fmla="*/ 0 w 915995"/>
              <a:gd name="connsiteY2" fmla="*/ 1344574 h 1388610"/>
              <a:gd name="connsiteX0" fmla="*/ 39649 w 942582"/>
              <a:gd name="connsiteY0" fmla="*/ 0 h 1458939"/>
              <a:gd name="connsiteX1" fmla="*/ 915949 w 942582"/>
              <a:gd name="connsiteY1" fmla="*/ 1298498 h 1458939"/>
              <a:gd name="connsiteX2" fmla="*/ 0 w 942582"/>
              <a:gd name="connsiteY2" fmla="*/ 1344574 h 1458939"/>
              <a:gd name="connsiteX0" fmla="*/ 39649 w 942582"/>
              <a:gd name="connsiteY0" fmla="*/ 0 h 1344574"/>
              <a:gd name="connsiteX1" fmla="*/ 915949 w 942582"/>
              <a:gd name="connsiteY1" fmla="*/ 1298498 h 1344574"/>
              <a:gd name="connsiteX2" fmla="*/ 0 w 942582"/>
              <a:gd name="connsiteY2" fmla="*/ 1344574 h 1344574"/>
              <a:gd name="connsiteX0" fmla="*/ 39649 w 936397"/>
              <a:gd name="connsiteY0" fmla="*/ 0 h 1344574"/>
              <a:gd name="connsiteX1" fmla="*/ 909599 w 936397"/>
              <a:gd name="connsiteY1" fmla="*/ 1336598 h 1344574"/>
              <a:gd name="connsiteX2" fmla="*/ 0 w 936397"/>
              <a:gd name="connsiteY2" fmla="*/ 1344574 h 1344574"/>
              <a:gd name="connsiteX0" fmla="*/ 39649 w 915015"/>
              <a:gd name="connsiteY0" fmla="*/ 0 h 1853955"/>
              <a:gd name="connsiteX1" fmla="*/ 909599 w 915015"/>
              <a:gd name="connsiteY1" fmla="*/ 1336598 h 1853955"/>
              <a:gd name="connsiteX2" fmla="*/ 0 w 915015"/>
              <a:gd name="connsiteY2" fmla="*/ 1344574 h 1853955"/>
              <a:gd name="connsiteX0" fmla="*/ 39649 w 915015"/>
              <a:gd name="connsiteY0" fmla="*/ 0 h 1853955"/>
              <a:gd name="connsiteX1" fmla="*/ 909599 w 915015"/>
              <a:gd name="connsiteY1" fmla="*/ 1336598 h 1853955"/>
              <a:gd name="connsiteX2" fmla="*/ 0 w 915015"/>
              <a:gd name="connsiteY2" fmla="*/ 1344574 h 1853955"/>
              <a:gd name="connsiteX0" fmla="*/ 39649 w 909826"/>
              <a:gd name="connsiteY0" fmla="*/ 0 h 1676157"/>
              <a:gd name="connsiteX1" fmla="*/ 909599 w 909826"/>
              <a:gd name="connsiteY1" fmla="*/ 1336598 h 1676157"/>
              <a:gd name="connsiteX2" fmla="*/ 0 w 909826"/>
              <a:gd name="connsiteY2" fmla="*/ 1344574 h 1676157"/>
              <a:gd name="connsiteX0" fmla="*/ 0 w 917577"/>
              <a:gd name="connsiteY0" fmla="*/ 0 h 1430876"/>
              <a:gd name="connsiteX1" fmla="*/ 917575 w 917577"/>
              <a:gd name="connsiteY1" fmla="*/ 1330248 h 1430876"/>
              <a:gd name="connsiteX2" fmla="*/ 7976 w 917577"/>
              <a:gd name="connsiteY2" fmla="*/ 1338224 h 1430876"/>
              <a:gd name="connsiteX0" fmla="*/ 0 w 934954"/>
              <a:gd name="connsiteY0" fmla="*/ 0 h 1430876"/>
              <a:gd name="connsiteX1" fmla="*/ 560351 w 934954"/>
              <a:gd name="connsiteY1" fmla="*/ 619138 h 1430876"/>
              <a:gd name="connsiteX2" fmla="*/ 917575 w 934954"/>
              <a:gd name="connsiteY2" fmla="*/ 1330248 h 1430876"/>
              <a:gd name="connsiteX3" fmla="*/ 7976 w 934954"/>
              <a:gd name="connsiteY3" fmla="*/ 1338224 h 1430876"/>
              <a:gd name="connsiteX0" fmla="*/ 0 w 948601"/>
              <a:gd name="connsiteY0" fmla="*/ 0 h 1391616"/>
              <a:gd name="connsiteX1" fmla="*/ 668301 w 948601"/>
              <a:gd name="connsiteY1" fmla="*/ 530238 h 1391616"/>
              <a:gd name="connsiteX2" fmla="*/ 917575 w 948601"/>
              <a:gd name="connsiteY2" fmla="*/ 1330248 h 1391616"/>
              <a:gd name="connsiteX3" fmla="*/ 7976 w 948601"/>
              <a:gd name="connsiteY3" fmla="*/ 1338224 h 1391616"/>
              <a:gd name="connsiteX0" fmla="*/ 0 w 948601"/>
              <a:gd name="connsiteY0" fmla="*/ 0 h 1391616"/>
              <a:gd name="connsiteX1" fmla="*/ 668301 w 948601"/>
              <a:gd name="connsiteY1" fmla="*/ 530238 h 1391616"/>
              <a:gd name="connsiteX2" fmla="*/ 917575 w 948601"/>
              <a:gd name="connsiteY2" fmla="*/ 1330248 h 1391616"/>
              <a:gd name="connsiteX3" fmla="*/ 7976 w 948601"/>
              <a:gd name="connsiteY3" fmla="*/ 1338224 h 1391616"/>
              <a:gd name="connsiteX0" fmla="*/ 0 w 948601"/>
              <a:gd name="connsiteY0" fmla="*/ 0 h 1338224"/>
              <a:gd name="connsiteX1" fmla="*/ 668301 w 948601"/>
              <a:gd name="connsiteY1" fmla="*/ 530238 h 1338224"/>
              <a:gd name="connsiteX2" fmla="*/ 917575 w 948601"/>
              <a:gd name="connsiteY2" fmla="*/ 1330248 h 1338224"/>
              <a:gd name="connsiteX3" fmla="*/ 7976 w 948601"/>
              <a:gd name="connsiteY3" fmla="*/ 1338224 h 1338224"/>
              <a:gd name="connsiteX0" fmla="*/ 0 w 919841"/>
              <a:gd name="connsiteY0" fmla="*/ 0 h 1503067"/>
              <a:gd name="connsiteX1" fmla="*/ 668301 w 919841"/>
              <a:gd name="connsiteY1" fmla="*/ 530238 h 1503067"/>
              <a:gd name="connsiteX2" fmla="*/ 917575 w 919841"/>
              <a:gd name="connsiteY2" fmla="*/ 1330248 h 1503067"/>
              <a:gd name="connsiteX3" fmla="*/ 7976 w 919841"/>
              <a:gd name="connsiteY3" fmla="*/ 1338224 h 1503067"/>
              <a:gd name="connsiteX0" fmla="*/ 0 w 917575"/>
              <a:gd name="connsiteY0" fmla="*/ 0 h 1338224"/>
              <a:gd name="connsiteX1" fmla="*/ 668301 w 917575"/>
              <a:gd name="connsiteY1" fmla="*/ 530238 h 1338224"/>
              <a:gd name="connsiteX2" fmla="*/ 917575 w 917575"/>
              <a:gd name="connsiteY2" fmla="*/ 1330248 h 1338224"/>
              <a:gd name="connsiteX3" fmla="*/ 7976 w 917575"/>
              <a:gd name="connsiteY3" fmla="*/ 1338224 h 1338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7575" h="1338224">
                <a:moveTo>
                  <a:pt x="0" y="0"/>
                </a:moveTo>
                <a:cubicBezTo>
                  <a:pt x="410892" y="185740"/>
                  <a:pt x="515372" y="308530"/>
                  <a:pt x="668301" y="530238"/>
                </a:cubicBezTo>
                <a:cubicBezTo>
                  <a:pt x="821230" y="751946"/>
                  <a:pt x="872054" y="944759"/>
                  <a:pt x="917575" y="1330248"/>
                </a:cubicBezTo>
                <a:lnTo>
                  <a:pt x="7976" y="1338224"/>
                </a:lnTo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C8772C-1DB5-8F79-8628-1FEB37AEE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69011"/>
            <a:ext cx="11423210" cy="507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5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10</Words>
  <Application>Microsoft Office PowerPoint</Application>
  <PresentationFormat>Custom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Futura-Medium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WALKER, Simon (swalk435)</dc:creator>
  <cp:lastModifiedBy>WALKER, Simon (swalk435)</cp:lastModifiedBy>
  <cp:revision>5</cp:revision>
  <dcterms:created xsi:type="dcterms:W3CDTF">2025-10-03T06:25:10Z</dcterms:created>
  <dcterms:modified xsi:type="dcterms:W3CDTF">2025-10-03T07:24:33Z</dcterms:modified>
</cp:coreProperties>
</file>